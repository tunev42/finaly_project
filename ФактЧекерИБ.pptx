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webp" ContentType="image/webp"/>
  <Override PartName="/ppt/media/image4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7" r:id="rId12"/>
    <p:sldId id="272" r:id="rId13"/>
    <p:sldId id="269" r:id="rId14"/>
    <p:sldId id="271" r:id="rId15"/>
    <p:sldId id="268" r:id="rId1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web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web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44780"/>
            <a:ext cx="9144000" cy="1886585"/>
          </a:xfrm>
        </p:spPr>
        <p:txBody>
          <a:bodyPr>
            <a:normAutofit/>
          </a:bodyPr>
          <a:p>
            <a:r>
              <a:rPr lang="en-US" altLang="en-US" sz="4445"/>
              <a:t>ФактЧекер</a:t>
            </a:r>
            <a:r>
              <a:rPr lang="en-US" altLang="ru-RU" sz="4445"/>
              <a:t> — </a:t>
            </a:r>
            <a:r>
              <a:rPr lang="en-US" altLang="en-US" sz="4445"/>
              <a:t>система</a:t>
            </a:r>
            <a:r>
              <a:rPr lang="en-US" altLang="ru-RU" sz="4445"/>
              <a:t> </a:t>
            </a:r>
            <a:r>
              <a:rPr lang="en-US" altLang="en-US" sz="4445"/>
              <a:t>проверки</a:t>
            </a:r>
            <a:r>
              <a:rPr lang="en-US" altLang="ru-RU" sz="4445"/>
              <a:t> </a:t>
            </a:r>
            <a:r>
              <a:rPr lang="en-US" altLang="en-US" sz="4445"/>
              <a:t>достоверности</a:t>
            </a:r>
            <a:r>
              <a:rPr lang="en-US" altLang="ru-RU" sz="4445"/>
              <a:t> </a:t>
            </a:r>
            <a:r>
              <a:rPr lang="en-US" altLang="en-US" sz="4445"/>
              <a:t>новостей</a:t>
            </a:r>
            <a:endParaRPr lang="en-US" altLang="en-US" sz="4445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246313"/>
            <a:ext cx="9144000" cy="1655762"/>
          </a:xfrm>
        </p:spPr>
        <p:txBody>
          <a:bodyPr>
            <a:normAutofit lnSpcReduction="20000"/>
          </a:bodyPr>
          <a:p>
            <a:r>
              <a:rPr lang="ru-RU" altLang="en-US"/>
              <a:t>Тунёв Константин</a:t>
            </a:r>
            <a:endParaRPr lang="ru-RU" altLang="en-US"/>
          </a:p>
          <a:p>
            <a:br>
              <a:rPr lang="ru-RU" altLang="en-US"/>
            </a:br>
            <a:r>
              <a:rPr lang="en-US" altLang="en-US"/>
              <a:t>Данная</a:t>
            </a:r>
            <a:r>
              <a:rPr lang="en-US" altLang="ru-RU"/>
              <a:t> </a:t>
            </a:r>
            <a:r>
              <a:rPr lang="en-US" altLang="en-US"/>
              <a:t>презентация</a:t>
            </a:r>
            <a:r>
              <a:rPr lang="en-US" altLang="ru-RU"/>
              <a:t> </a:t>
            </a:r>
            <a:r>
              <a:rPr lang="en-US" altLang="en-US"/>
              <a:t>предназначена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Информационной</a:t>
            </a:r>
            <a:r>
              <a:rPr lang="en-US" altLang="ru-RU"/>
              <a:t> </a:t>
            </a:r>
            <a:r>
              <a:rPr lang="en-US" altLang="en-US"/>
              <a:t>безопасности</a:t>
            </a:r>
            <a:r>
              <a:rPr lang="en-US" altLang="ru-RU"/>
              <a:t>.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ней</a:t>
            </a:r>
            <a:r>
              <a:rPr lang="en-US" altLang="ru-RU"/>
              <a:t> </a:t>
            </a:r>
            <a:r>
              <a:rPr lang="en-US" altLang="en-US"/>
              <a:t>будет</a:t>
            </a:r>
            <a:r>
              <a:rPr lang="en-US" altLang="ru-RU"/>
              <a:t> </a:t>
            </a:r>
            <a:r>
              <a:rPr lang="en-US" altLang="en-US"/>
              <a:t>рассказываться</a:t>
            </a:r>
            <a:r>
              <a:rPr lang="en-US" altLang="ru-RU"/>
              <a:t> </a:t>
            </a:r>
            <a:r>
              <a:rPr lang="en-US" altLang="en-US"/>
              <a:t>о</a:t>
            </a:r>
            <a:r>
              <a:rPr lang="en-US" altLang="ru-RU"/>
              <a:t> </a:t>
            </a:r>
            <a:r>
              <a:rPr lang="en-US" altLang="en-US"/>
              <a:t>функциях</a:t>
            </a:r>
            <a:r>
              <a:rPr lang="en-US" altLang="ru-RU"/>
              <a:t> </a:t>
            </a:r>
            <a:r>
              <a:rPr lang="en-US" altLang="en-US"/>
              <a:t>информационной</a:t>
            </a:r>
            <a:r>
              <a:rPr lang="en-US" altLang="ru-RU"/>
              <a:t> </a:t>
            </a:r>
            <a:r>
              <a:rPr lang="en-US" altLang="en-US"/>
              <a:t>безопасности</a:t>
            </a:r>
            <a:r>
              <a:rPr lang="en-US" altLang="ru-RU"/>
              <a:t>.</a:t>
            </a:r>
            <a:endParaRPr lang="en-US" altLang="ru-RU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3615690"/>
            <a:ext cx="3697605" cy="3136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Проблема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На данный момент в интернете очень много фейковых новостей. Из-за этого некоторые каналы выкладывают </a:t>
            </a:r>
            <a:r>
              <a:rPr lang="en-US" altLang="en-US"/>
              <a:t>неправдивую</a:t>
            </a:r>
            <a:r>
              <a:rPr lang="ru-RU" altLang="en-US"/>
              <a:t> информацию и это влияет на людей. Так же фейки могут влиять и на решения правительства. Обычный человек не всегда может отличить правду от лжи. </a:t>
            </a:r>
            <a:endParaRPr lang="ru-RU" altLang="en-US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3873500"/>
            <a:ext cx="5791835" cy="2984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Актуальность для РФ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В 2016 году была принята Доктрина </a:t>
            </a:r>
            <a:r>
              <a:rPr lang="en-US" altLang="en-US"/>
              <a:t>информационной</a:t>
            </a:r>
            <a:r>
              <a:rPr lang="en-US" altLang="ru-RU"/>
              <a:t> </a:t>
            </a:r>
            <a:r>
              <a:rPr lang="en-US" altLang="en-US"/>
              <a:t>безопасности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ru-RU" altLang="en-US"/>
              <a:t>. В ней сказано, что нужно бороться с недостоверной </a:t>
            </a:r>
            <a:r>
              <a:rPr lang="en-US" altLang="en-US"/>
              <a:t>информацией</a:t>
            </a:r>
            <a:r>
              <a:rPr lang="ru-RU" altLang="en-US"/>
              <a:t>. Есть законы против недостоверных новостей (</a:t>
            </a:r>
            <a:r>
              <a:rPr lang="en-US" altLang="en-US"/>
              <a:t>ФЗ</a:t>
            </a:r>
            <a:r>
              <a:rPr lang="en-US" altLang="ru-RU"/>
              <a:t>-212, </a:t>
            </a:r>
            <a:r>
              <a:rPr lang="en-US" altLang="en-US"/>
              <a:t>ФЗ</a:t>
            </a:r>
            <a:r>
              <a:rPr lang="en-US" altLang="ru-RU"/>
              <a:t>-149</a:t>
            </a:r>
            <a:r>
              <a:rPr lang="ru-RU" altLang="en-US"/>
              <a:t>). И мой проект помогает выполнить эти требования</a:t>
            </a:r>
            <a:endParaRPr lang="ru-RU" altLang="en-US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2424430" y="3736340"/>
            <a:ext cx="2397125" cy="31216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0"/>
            <a:ext cx="10515600" cy="935355"/>
          </a:xfrm>
        </p:spPr>
        <p:txBody>
          <a:bodyPr/>
          <a:p>
            <a:r>
              <a:rPr lang="ru-RU" altLang="en-US"/>
              <a:t>Какие функции выболняет ФактЧекер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705485" y="821055"/>
            <a:ext cx="10515600" cy="4351338"/>
          </a:xfrm>
        </p:spPr>
        <p:txBody>
          <a:bodyPr/>
          <a:p>
            <a:r>
              <a:rPr lang="ru-RU" altLang="en-US"/>
              <a:t>Пользователь вводит, например «Земля круглая»</a:t>
            </a:r>
            <a:r>
              <a:rPr lang="en-US" altLang="ru-RU"/>
              <a:t>,</a:t>
            </a:r>
            <a:r>
              <a:rPr lang="ru-RU" altLang="en-US"/>
              <a:t> программа ищет информацию в достоверных источниках (</a:t>
            </a:r>
            <a:r>
              <a:rPr lang="en-US" altLang="ru-RU" sz="2400"/>
              <a:t>'kremlin.ru', 'government.ru', 'mid.ru', 'mod.gov.ru</a:t>
            </a:r>
            <a:r>
              <a:rPr lang="en-US" altLang="ru-RU" sz="2400">
                <a:sym typeface="+mn-ea"/>
              </a:rPr>
              <a:t>' </a:t>
            </a:r>
            <a:r>
              <a:rPr lang="ru-RU" altLang="ru-RU" sz="2400">
                <a:sym typeface="+mn-ea"/>
              </a:rPr>
              <a:t>и т.д.</a:t>
            </a:r>
            <a:r>
              <a:rPr lang="ru-RU" altLang="en-US"/>
              <a:t>)</a:t>
            </a:r>
            <a:r>
              <a:rPr lang="en-US" altLang="ru-RU"/>
              <a:t> </a:t>
            </a:r>
            <a:r>
              <a:rPr lang="ru-RU" altLang="ru-RU"/>
              <a:t>и выдаёт вердикт «Правда </a:t>
            </a:r>
            <a:r>
              <a:rPr lang="en-US" altLang="ru-RU"/>
              <a:t>/</a:t>
            </a:r>
            <a:r>
              <a:rPr lang="ru-RU" altLang="ru-RU"/>
              <a:t> Ложь </a:t>
            </a:r>
            <a:r>
              <a:rPr lang="en-US" altLang="ru-RU"/>
              <a:t>/ </a:t>
            </a:r>
            <a:r>
              <a:rPr lang="ru-RU" altLang="ru-RU"/>
              <a:t>Недостаточно Данных. Программа показывает источники из которых бралась информация, чтобы человек убедился, что программа берёт информацию из источников.</a:t>
            </a:r>
            <a:endParaRPr lang="ru-RU" altLang="ru-RU"/>
          </a:p>
        </p:txBody>
      </p:sp>
      <p:pic>
        <p:nvPicPr>
          <p:cNvPr id="5" name="Изображение 4"/>
          <p:cNvPicPr/>
          <p:nvPr/>
        </p:nvPicPr>
        <p:blipFill>
          <a:blip r:embed="rId1"/>
          <a:stretch>
            <a:fillRect/>
          </a:stretch>
        </p:blipFill>
        <p:spPr>
          <a:xfrm>
            <a:off x="2629535" y="3647440"/>
            <a:ext cx="5295265" cy="321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Защита</a:t>
            </a:r>
            <a:r>
              <a:rPr lang="en-US" altLang="ru-RU"/>
              <a:t> </a:t>
            </a:r>
            <a:r>
              <a:rPr lang="en-US" altLang="en-US"/>
              <a:t>от</a:t>
            </a:r>
            <a:r>
              <a:rPr lang="en-US" altLang="ru-RU"/>
              <a:t> </a:t>
            </a:r>
            <a:r>
              <a:rPr lang="en-US" altLang="en-US"/>
              <a:t>злоупотреблений</a:t>
            </a:r>
            <a:r>
              <a:rPr lang="en-US" altLang="ru-RU"/>
              <a:t> (</a:t>
            </a:r>
            <a:r>
              <a:rPr lang="en-US" altLang="en-US"/>
              <a:t>токены</a:t>
            </a:r>
            <a:r>
              <a:rPr lang="en-US" altLang="ru-RU"/>
              <a:t>)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Чтобы</a:t>
            </a:r>
            <a:r>
              <a:rPr lang="en-US" altLang="ru-RU"/>
              <a:t> </a:t>
            </a:r>
            <a:r>
              <a:rPr lang="en-US" altLang="en-US"/>
              <a:t>никто</a:t>
            </a:r>
            <a:r>
              <a:rPr lang="en-US" altLang="ru-RU"/>
              <a:t> </a:t>
            </a:r>
            <a:r>
              <a:rPr lang="en-US" altLang="en-US"/>
              <a:t>не</a:t>
            </a:r>
            <a:r>
              <a:rPr lang="en-US" altLang="ru-RU"/>
              <a:t> </a:t>
            </a:r>
            <a:r>
              <a:rPr lang="en-US" altLang="en-US"/>
              <a:t>мог</a:t>
            </a:r>
            <a:r>
              <a:rPr lang="en-US" altLang="ru-RU"/>
              <a:t> </a:t>
            </a:r>
            <a:r>
              <a:rPr lang="en-US" altLang="en-US"/>
              <a:t>заспамить</a:t>
            </a:r>
            <a:r>
              <a:rPr lang="en-US" altLang="ru-RU"/>
              <a:t> </a:t>
            </a:r>
            <a:r>
              <a:rPr lang="en-US" altLang="en-US"/>
              <a:t>систему</a:t>
            </a:r>
            <a:r>
              <a:rPr lang="en-US" altLang="ru-RU"/>
              <a:t>, </a:t>
            </a:r>
            <a:r>
              <a:rPr lang="en-US" altLang="en-US"/>
              <a:t>введены</a:t>
            </a:r>
            <a:r>
              <a:rPr lang="en-US" altLang="ru-RU"/>
              <a:t> </a:t>
            </a:r>
            <a:r>
              <a:rPr lang="en-US" altLang="en-US"/>
              <a:t>лимиты</a:t>
            </a:r>
            <a:r>
              <a:rPr lang="ru-RU" altLang="en-US"/>
              <a:t>. О</a:t>
            </a:r>
            <a:r>
              <a:rPr lang="en-US" altLang="en-US"/>
              <a:t>бычный</a:t>
            </a:r>
            <a:r>
              <a:rPr lang="en-US" altLang="ru-RU"/>
              <a:t> </a:t>
            </a:r>
            <a:r>
              <a:rPr lang="en-US" altLang="en-US"/>
              <a:t>пользователь</a:t>
            </a:r>
            <a:r>
              <a:rPr lang="en-US" altLang="ru-RU"/>
              <a:t>: 5 </a:t>
            </a:r>
            <a:r>
              <a:rPr lang="en-US" altLang="en-US"/>
              <a:t>проверок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день, </a:t>
            </a:r>
            <a:r>
              <a:rPr lang="ru-RU" altLang="en-US"/>
              <a:t>а Премиум пользователь</a:t>
            </a:r>
            <a:r>
              <a:rPr lang="en-US" altLang="en-US"/>
              <a:t>/</a:t>
            </a:r>
            <a:r>
              <a:rPr lang="ru-RU" altLang="en-US"/>
              <a:t>админ: безлимит. Это защищает сервер от </a:t>
            </a:r>
            <a:r>
              <a:rPr lang="en-US" altLang="en-US"/>
              <a:t>DoS -</a:t>
            </a:r>
            <a:r>
              <a:rPr lang="ru-RU" altLang="en-US"/>
              <a:t> атак и перегрузок.</a:t>
            </a:r>
            <a:endParaRPr lang="en-US" altLang="en-US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3514725"/>
            <a:ext cx="5962650" cy="3409950"/>
          </a:xfrm>
          <a:prstGeom prst="rect">
            <a:avLst/>
          </a:prstGeom>
        </p:spPr>
      </p:pic>
      <p:pic>
        <p:nvPicPr>
          <p:cNvPr id="5" name="Изображение 4"/>
          <p:cNvPicPr/>
          <p:nvPr/>
        </p:nvPicPr>
        <p:blipFill>
          <a:blip r:embed="rId2"/>
          <a:stretch>
            <a:fillRect/>
          </a:stretch>
        </p:blipFill>
        <p:spPr>
          <a:xfrm>
            <a:off x="5962015" y="3515360"/>
            <a:ext cx="6229985" cy="3342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</a:t>
            </a:r>
            <a:r>
              <a:rPr lang="en-US" altLang="en-US"/>
              <a:t>егистрация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роли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Н</a:t>
            </a:r>
            <a:r>
              <a:rPr lang="en-US" altLang="en-US"/>
              <a:t>ужно</a:t>
            </a:r>
            <a:r>
              <a:rPr lang="en-US" altLang="ru-RU"/>
              <a:t> </a:t>
            </a:r>
            <a:r>
              <a:rPr lang="en-US" altLang="en-US"/>
              <a:t>зарегистрироваться</a:t>
            </a:r>
            <a:r>
              <a:rPr lang="en-US" altLang="ru-RU"/>
              <a:t>, </a:t>
            </a:r>
            <a:r>
              <a:rPr lang="en-US" altLang="en-US"/>
              <a:t>чтобы</a:t>
            </a:r>
            <a:r>
              <a:rPr lang="en-US" altLang="ru-RU"/>
              <a:t> </a:t>
            </a:r>
            <a:r>
              <a:rPr lang="en-US" altLang="en-US"/>
              <a:t>пользоваться</a:t>
            </a:r>
            <a:r>
              <a:rPr lang="en-US" altLang="ru-RU"/>
              <a:t> </a:t>
            </a:r>
            <a:r>
              <a:rPr lang="en-US" altLang="en-US"/>
              <a:t>сервисом</a:t>
            </a:r>
            <a:r>
              <a:rPr lang="ru-RU" altLang="en-US"/>
              <a:t>.</a:t>
            </a:r>
            <a:br>
              <a:rPr lang="ru-RU" altLang="en-US"/>
            </a:br>
            <a:r>
              <a:rPr lang="ru-RU" altLang="en-US"/>
              <a:t>Есть три роли:</a:t>
            </a:r>
            <a:br>
              <a:rPr lang="ru-RU" altLang="en-US"/>
            </a:br>
            <a:r>
              <a:rPr lang="ru-RU" altLang="en-US"/>
              <a:t>1) Пользователь (5 проверок в день)</a:t>
            </a:r>
            <a:endParaRPr lang="ru-RU" altLang="en-US"/>
          </a:p>
          <a:p>
            <a:r>
              <a:rPr lang="ru-RU" altLang="en-US"/>
              <a:t>2) Премиум (безлимит)</a:t>
            </a:r>
            <a:endParaRPr lang="ru-RU" altLang="en-US"/>
          </a:p>
          <a:p>
            <a:r>
              <a:rPr lang="ru-RU" altLang="en-US"/>
              <a:t>3) Админ (безлимит + управление)</a:t>
            </a:r>
            <a:endParaRPr lang="ru-RU" altLang="en-US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6419850" y="2766060"/>
            <a:ext cx="5772150" cy="40919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/>
              <a:t>Как</a:t>
            </a:r>
            <a:r>
              <a:rPr lang="en-US" altLang="ru-RU"/>
              <a:t> </a:t>
            </a:r>
            <a:r>
              <a:rPr lang="en-US" altLang="en-US"/>
              <a:t>технически</a:t>
            </a:r>
            <a:r>
              <a:rPr lang="en-US" altLang="ru-RU"/>
              <a:t> </a:t>
            </a:r>
            <a:r>
              <a:rPr lang="en-US" altLang="en-US"/>
              <a:t>работает</a:t>
            </a:r>
            <a:r>
              <a:rPr lang="en-US" altLang="ru-RU"/>
              <a:t> </a:t>
            </a:r>
            <a:r>
              <a:rPr lang="en-US" altLang="en-US"/>
              <a:t>проверка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Пользователь вводит запрос, и</a:t>
            </a:r>
            <a:r>
              <a:rPr lang="en-US" altLang="ru-RU"/>
              <a:t> API</a:t>
            </a:r>
            <a:r>
              <a:rPr lang="ru-RU" altLang="en-US"/>
              <a:t> адрес ищет информацию</a:t>
            </a:r>
            <a:r>
              <a:rPr lang="en-US" altLang="ru-RU"/>
              <a:t> </a:t>
            </a:r>
            <a:r>
              <a:rPr lang="ru-RU" altLang="en-US"/>
              <a:t>на</a:t>
            </a:r>
            <a:r>
              <a:rPr lang="en-US" altLang="ru-RU"/>
              <a:t> </a:t>
            </a:r>
            <a:r>
              <a:rPr lang="ru-RU" altLang="en-US"/>
              <a:t>д</a:t>
            </a:r>
            <a:r>
              <a:rPr lang="en-US" altLang="en-US"/>
              <a:t>оверенных</a:t>
            </a:r>
            <a:r>
              <a:rPr lang="en-US" altLang="ru-RU"/>
              <a:t> </a:t>
            </a:r>
            <a:r>
              <a:rPr lang="en-US" altLang="en-US"/>
              <a:t>источниках</a:t>
            </a:r>
            <a:r>
              <a:rPr lang="ru-RU" altLang="en-US"/>
              <a:t>. П</a:t>
            </a:r>
            <a:r>
              <a:rPr lang="en-US" altLang="en-US"/>
              <a:t>рограмма</a:t>
            </a:r>
            <a:r>
              <a:rPr lang="en-US" altLang="ru-RU"/>
              <a:t> </a:t>
            </a:r>
            <a:r>
              <a:rPr lang="en-US" altLang="en-US"/>
              <a:t>фильтрует</a:t>
            </a:r>
            <a:r>
              <a:rPr lang="en-US" altLang="ru-RU"/>
              <a:t> </a:t>
            </a:r>
            <a:r>
              <a:rPr lang="en-US" altLang="en-US"/>
              <a:t>источники</a:t>
            </a:r>
            <a:r>
              <a:rPr lang="en-US" altLang="ru-RU"/>
              <a:t> (</a:t>
            </a:r>
            <a:r>
              <a:rPr lang="en-US" altLang="en-US"/>
              <a:t>только</a:t>
            </a:r>
            <a:r>
              <a:rPr lang="en-US" altLang="ru-RU"/>
              <a:t> </a:t>
            </a:r>
            <a:r>
              <a:rPr lang="en-US" altLang="en-US"/>
              <a:t>доверенные</a:t>
            </a:r>
            <a:r>
              <a:rPr lang="en-US" altLang="ru-RU"/>
              <a:t>), </a:t>
            </a:r>
            <a:r>
              <a:rPr lang="ru-RU" altLang="ru-RU"/>
              <a:t>а</a:t>
            </a:r>
            <a:r>
              <a:rPr lang="en-US" altLang="en-US"/>
              <a:t>нализирует</a:t>
            </a:r>
            <a:r>
              <a:rPr lang="en-US" altLang="ru-RU"/>
              <a:t> </a:t>
            </a:r>
            <a:r>
              <a:rPr lang="en-US" altLang="en-US"/>
              <a:t>текст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наличие</a:t>
            </a:r>
            <a:r>
              <a:rPr lang="en-US" altLang="ru-RU"/>
              <a:t> </a:t>
            </a:r>
            <a:r>
              <a:rPr lang="en-US" altLang="en-US"/>
              <a:t>опровержений</a:t>
            </a:r>
            <a:r>
              <a:rPr lang="ru-RU" altLang="en-US"/>
              <a:t> и в</a:t>
            </a:r>
            <a:r>
              <a:rPr lang="en-US" altLang="en-US"/>
              <a:t>ыдаёт</a:t>
            </a:r>
            <a:r>
              <a:rPr lang="en-US" altLang="ru-RU"/>
              <a:t> </a:t>
            </a:r>
            <a:r>
              <a:rPr lang="en-US" altLang="en-US"/>
              <a:t>результат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указанием</a:t>
            </a:r>
            <a:r>
              <a:rPr lang="en-US" altLang="ru-RU"/>
              <a:t> </a:t>
            </a:r>
            <a:r>
              <a:rPr lang="en-US" altLang="en-US"/>
              <a:t>уверенности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%</a:t>
            </a:r>
            <a:r>
              <a:rPr lang="ru-RU" altLang="en-US"/>
              <a:t>.</a:t>
            </a:r>
            <a:endParaRPr lang="ru-RU" altLang="en-US"/>
          </a:p>
        </p:txBody>
      </p:sp>
      <p:pic>
        <p:nvPicPr>
          <p:cNvPr id="5" name="Изображение 4" descr="diagram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330" y="3876675"/>
            <a:ext cx="771525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Пример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ru-RU" altLang="en-US"/>
              <a:t>: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Ввод</a:t>
            </a:r>
            <a:r>
              <a:rPr lang="en-US" altLang="ru-RU"/>
              <a:t>: "</a:t>
            </a:r>
            <a:r>
              <a:rPr lang="en-US" altLang="en-US"/>
              <a:t>Площадь</a:t>
            </a:r>
            <a:r>
              <a:rPr lang="en-US" altLang="ru-RU"/>
              <a:t> </a:t>
            </a:r>
            <a:r>
              <a:rPr lang="en-US" altLang="en-US"/>
              <a:t>России</a:t>
            </a:r>
            <a:r>
              <a:rPr lang="en-US" altLang="ru-RU"/>
              <a:t> 17,2 </a:t>
            </a:r>
            <a:r>
              <a:rPr lang="en-US" altLang="en-US"/>
              <a:t>млн</a:t>
            </a:r>
            <a:r>
              <a:rPr lang="en-US" altLang="ru-RU"/>
              <a:t> </a:t>
            </a:r>
            <a:r>
              <a:rPr lang="en-US" altLang="en-US"/>
              <a:t>кв</a:t>
            </a:r>
            <a:r>
              <a:rPr lang="en-US" altLang="ru-RU"/>
              <a:t>. </a:t>
            </a:r>
            <a:r>
              <a:rPr lang="en-US" altLang="en-US"/>
              <a:t>км</a:t>
            </a:r>
            <a:r>
              <a:rPr lang="en-US" altLang="ru-RU"/>
              <a:t>"</a:t>
            </a:r>
            <a:endParaRPr lang="en-US" altLang="ru-RU"/>
          </a:p>
          <a:p>
            <a:r>
              <a:rPr lang="en-US" altLang="en-US"/>
              <a:t>Результат</a:t>
            </a:r>
            <a:r>
              <a:rPr lang="en-US" altLang="ru-RU"/>
              <a:t>:</a:t>
            </a:r>
            <a:endParaRPr lang="en-US" altLang="ru-RU"/>
          </a:p>
          <a:p>
            <a:pPr lvl="1"/>
            <a:r>
              <a:rPr lang="en-US" altLang="en-US"/>
              <a:t>Вердикт</a:t>
            </a:r>
            <a:r>
              <a:rPr lang="en-US" altLang="ru-RU"/>
              <a:t>: </a:t>
            </a:r>
            <a:r>
              <a:rPr lang="en-US" altLang="en-US"/>
              <a:t>ТРЕБУЕТСЯ</a:t>
            </a:r>
            <a:r>
              <a:rPr lang="en-US" altLang="ru-RU"/>
              <a:t> </a:t>
            </a:r>
            <a:r>
              <a:rPr lang="en-US" altLang="en-US"/>
              <a:t>ПРОВЕРКА</a:t>
            </a:r>
            <a:endParaRPr lang="en-US" altLang="ru-RU"/>
          </a:p>
          <a:p>
            <a:pPr lvl="1"/>
            <a:r>
              <a:rPr lang="en-US" altLang="en-US"/>
              <a:t>Уверенность</a:t>
            </a:r>
            <a:r>
              <a:rPr lang="en-US" altLang="ru-RU"/>
              <a:t>: 50%</a:t>
            </a:r>
            <a:endParaRPr lang="en-US" altLang="ru-RU"/>
          </a:p>
          <a:p>
            <a:pPr lvl="1"/>
            <a:r>
              <a:rPr lang="en-US" altLang="en-US"/>
              <a:t>Источник</a:t>
            </a:r>
            <a:r>
              <a:rPr lang="en-US" altLang="ru-RU"/>
              <a:t>: </a:t>
            </a:r>
            <a:r>
              <a:rPr lang="en-US" altLang="en-US"/>
              <a:t>ТАСС</a:t>
            </a:r>
            <a:endParaRPr lang="en-US" altLang="en-US"/>
          </a:p>
          <a:p>
            <a:pPr marL="0" lvl="1" indent="0">
              <a:buNone/>
            </a:pPr>
            <a:r>
              <a:rPr lang="en-US" altLang="en-US" sz="2800">
                <a:sym typeface="+mn-ea"/>
              </a:rPr>
              <a:t>Почему</a:t>
            </a:r>
            <a:r>
              <a:rPr lang="en-US" altLang="ru-RU" sz="2800">
                <a:sym typeface="+mn-ea"/>
              </a:rPr>
              <a:t> </a:t>
            </a:r>
            <a:r>
              <a:rPr lang="en-US" altLang="en-US" sz="2800">
                <a:sym typeface="+mn-ea"/>
              </a:rPr>
              <a:t>не</a:t>
            </a:r>
            <a:r>
              <a:rPr lang="en-US" altLang="ru-RU" sz="2800">
                <a:sym typeface="+mn-ea"/>
              </a:rPr>
              <a:t> 100%? </a:t>
            </a:r>
            <a:r>
              <a:rPr lang="en-US" altLang="en-US" sz="2800">
                <a:sym typeface="+mn-ea"/>
              </a:rPr>
              <a:t>Потому</a:t>
            </a:r>
            <a:r>
              <a:rPr lang="en-US" altLang="ru-RU" sz="2800">
                <a:sym typeface="+mn-ea"/>
              </a:rPr>
              <a:t> </a:t>
            </a:r>
            <a:r>
              <a:rPr lang="en-US" altLang="en-US" sz="2800">
                <a:sym typeface="+mn-ea"/>
              </a:rPr>
              <a:t>что</a:t>
            </a:r>
            <a:r>
              <a:rPr lang="en-US" altLang="ru-RU" sz="2800">
                <a:sym typeface="+mn-ea"/>
              </a:rPr>
              <a:t> </a:t>
            </a:r>
            <a:r>
              <a:rPr lang="en-US" altLang="en-US" sz="2800">
                <a:sym typeface="+mn-ea"/>
              </a:rPr>
              <a:t>нужны</a:t>
            </a:r>
            <a:r>
              <a:rPr lang="en-US" altLang="ru-RU" sz="2800">
                <a:sym typeface="+mn-ea"/>
              </a:rPr>
              <a:t> </a:t>
            </a:r>
            <a:r>
              <a:rPr lang="en-US" altLang="en-US" sz="2800">
                <a:sym typeface="+mn-ea"/>
              </a:rPr>
              <a:t>ещё</a:t>
            </a:r>
            <a:r>
              <a:rPr lang="en-US" altLang="ru-RU" sz="2800">
                <a:sym typeface="+mn-ea"/>
              </a:rPr>
              <a:t> </a:t>
            </a:r>
            <a:r>
              <a:rPr lang="en-US" altLang="en-US" sz="2800">
                <a:sym typeface="+mn-ea"/>
              </a:rPr>
              <a:t>подтверждения</a:t>
            </a:r>
            <a:r>
              <a:rPr lang="ru-RU" altLang="en-US" sz="2800">
                <a:sym typeface="+mn-ea"/>
              </a:rPr>
              <a:t>, так как он нашёл только 1 источник, а не 2.</a:t>
            </a:r>
            <a:endParaRPr lang="en-US" altLang="en-US" sz="2800"/>
          </a:p>
          <a:p>
            <a:endParaRPr lang="en-US" altLang="en-US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98110"/>
            <a:ext cx="6242050" cy="120269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225" y="4633595"/>
            <a:ext cx="6200775" cy="23310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Соответствие</a:t>
            </a:r>
            <a:r>
              <a:rPr lang="en-US" altLang="ru-RU"/>
              <a:t> </a:t>
            </a:r>
            <a:r>
              <a:rPr lang="en-US" altLang="en-US"/>
              <a:t>политике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области</a:t>
            </a:r>
            <a:r>
              <a:rPr lang="en-US" altLang="ru-RU"/>
              <a:t> </a:t>
            </a:r>
            <a:r>
              <a:rPr lang="en-US" altLang="en-US"/>
              <a:t>ИБ</a:t>
            </a:r>
            <a:endParaRPr lang="en-US" altLang="en-US"/>
          </a:p>
        </p:txBody>
      </p:sp>
      <p:sp>
        <p:nvSpPr>
          <p:cNvPr id="5" name="Замещающий текст 4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ctr"/>
            <a:r>
              <a:rPr lang="en-US" altLang="en-US"/>
              <a:t>Требование</a:t>
            </a:r>
            <a:r>
              <a:rPr lang="ru-RU" altLang="en-US"/>
              <a:t>:</a:t>
            </a:r>
            <a:endParaRPr lang="ru-RU" altLang="en-US"/>
          </a:p>
        </p:txBody>
      </p:sp>
      <p:sp>
        <p:nvSpPr>
          <p:cNvPr id="6" name="Замещающее содержимое 5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ru-RU" altLang="en-US"/>
              <a:t>1)</a:t>
            </a:r>
            <a:r>
              <a:rPr lang="en-US" altLang="en-US"/>
              <a:t>Борьба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фейками</a:t>
            </a:r>
            <a:r>
              <a:rPr lang="en-US" altLang="ru-RU"/>
              <a:t> (</a:t>
            </a:r>
            <a:r>
              <a:rPr lang="en-US" altLang="en-US"/>
              <a:t>ФЗ</a:t>
            </a:r>
            <a:r>
              <a:rPr lang="en-US" altLang="ru-RU"/>
              <a:t>-212)</a:t>
            </a:r>
            <a:r>
              <a:rPr lang="ru-RU" altLang="en-US"/>
              <a:t>.</a:t>
            </a:r>
            <a:endParaRPr lang="en-US" altLang="ru-RU"/>
          </a:p>
          <a:p>
            <a:r>
              <a:rPr lang="ru-RU" altLang="en-US"/>
              <a:t>2)</a:t>
            </a:r>
            <a:r>
              <a:rPr lang="en-US" altLang="en-US"/>
              <a:t>Только</a:t>
            </a:r>
            <a:r>
              <a:rPr lang="en-US" altLang="ru-RU"/>
              <a:t> </a:t>
            </a:r>
            <a:r>
              <a:rPr lang="en-US" altLang="en-US"/>
              <a:t>доверенные</a:t>
            </a:r>
            <a:r>
              <a:rPr lang="en-US" altLang="ru-RU"/>
              <a:t> </a:t>
            </a:r>
            <a:r>
              <a:rPr lang="en-US" altLang="en-US"/>
              <a:t>источники</a:t>
            </a:r>
            <a:r>
              <a:rPr lang="ru-RU" altLang="en-US"/>
              <a:t>.</a:t>
            </a:r>
            <a:endParaRPr lang="en-US" altLang="en-US"/>
          </a:p>
          <a:p>
            <a:r>
              <a:rPr lang="ru-RU" altLang="en-US"/>
              <a:t>3)</a:t>
            </a:r>
            <a:r>
              <a:rPr lang="en-US" altLang="en-US"/>
              <a:t>Защита</a:t>
            </a:r>
            <a:r>
              <a:rPr lang="en-US" altLang="ru-RU"/>
              <a:t> </a:t>
            </a:r>
            <a:r>
              <a:rPr lang="en-US" altLang="en-US"/>
              <a:t>от</a:t>
            </a:r>
            <a:r>
              <a:rPr lang="en-US" altLang="ru-RU"/>
              <a:t> </a:t>
            </a:r>
            <a:r>
              <a:rPr lang="en-US" altLang="en-US"/>
              <a:t>атак</a:t>
            </a:r>
            <a:r>
              <a:rPr lang="ru-RU" altLang="en-US"/>
              <a:t>.</a:t>
            </a:r>
            <a:endParaRPr lang="en-US" altLang="en-US"/>
          </a:p>
          <a:p>
            <a:r>
              <a:rPr lang="ru-RU" altLang="en-US"/>
              <a:t>4)</a:t>
            </a:r>
            <a:r>
              <a:rPr lang="en-US" altLang="en-US"/>
              <a:t>Импортозамещение</a:t>
            </a:r>
            <a:r>
              <a:rPr lang="ru-RU" altLang="en-US"/>
              <a:t>.</a:t>
            </a:r>
            <a:endParaRPr lang="ru-RU" altLang="en-US"/>
          </a:p>
        </p:txBody>
      </p:sp>
      <p:sp>
        <p:nvSpPr>
          <p:cNvPr id="7" name="Замещающий текст 6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algn="ctr"/>
            <a:r>
              <a:rPr lang="en-US" altLang="en-US"/>
              <a:t>Как</a:t>
            </a:r>
            <a:r>
              <a:rPr lang="en-US" altLang="ru-RU"/>
              <a:t> </a:t>
            </a:r>
            <a:r>
              <a:rPr lang="en-US" altLang="en-US"/>
              <a:t>реализовано</a:t>
            </a:r>
            <a:endParaRPr lang="en-US" altLang="en-US"/>
          </a:p>
        </p:txBody>
      </p:sp>
      <p:sp>
        <p:nvSpPr>
          <p:cNvPr id="8" name="Замещающее содержимое 7"/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p>
            <a:r>
              <a:rPr lang="ru-RU" altLang="en-US"/>
              <a:t>1)</a:t>
            </a:r>
            <a:r>
              <a:rPr lang="en-US" altLang="en-US"/>
              <a:t>Автоматическая</a:t>
            </a:r>
            <a:r>
              <a:rPr lang="en-US" altLang="ru-RU"/>
              <a:t> </a:t>
            </a:r>
            <a:r>
              <a:rPr lang="en-US" altLang="en-US"/>
              <a:t>проверка</a:t>
            </a:r>
            <a:r>
              <a:rPr lang="en-US" altLang="ru-RU"/>
              <a:t> </a:t>
            </a:r>
            <a:r>
              <a:rPr lang="en-US" altLang="en-US"/>
              <a:t>новостей</a:t>
            </a:r>
            <a:r>
              <a:rPr lang="ru-RU" altLang="en-US"/>
              <a:t>.</a:t>
            </a:r>
            <a:endParaRPr lang="ru-RU" altLang="en-US"/>
          </a:p>
          <a:p>
            <a:r>
              <a:rPr lang="ru-RU" altLang="en-US"/>
              <a:t>2)</a:t>
            </a:r>
            <a:r>
              <a:rPr lang="en-US" altLang="en-US"/>
              <a:t>Белый</a:t>
            </a:r>
            <a:r>
              <a:rPr lang="en-US" altLang="ru-RU"/>
              <a:t> </a:t>
            </a:r>
            <a:r>
              <a:rPr lang="en-US" altLang="en-US"/>
              <a:t>список</a:t>
            </a:r>
            <a:r>
              <a:rPr lang="en-US" altLang="ru-RU"/>
              <a:t> </a:t>
            </a:r>
            <a:r>
              <a:rPr lang="en-US" altLang="en-US"/>
              <a:t>сайтов</a:t>
            </a:r>
            <a:r>
              <a:rPr lang="en-US" altLang="ru-RU"/>
              <a:t> (.gov.ru, tass.ru)</a:t>
            </a:r>
            <a:r>
              <a:rPr lang="ru-RU" altLang="en-US"/>
              <a:t>.</a:t>
            </a:r>
            <a:endParaRPr lang="en-US" altLang="ru-RU"/>
          </a:p>
          <a:p>
            <a:r>
              <a:rPr lang="ru-RU" altLang="en-US"/>
              <a:t>3)</a:t>
            </a:r>
            <a:r>
              <a:rPr lang="en-US" altLang="en-US"/>
              <a:t>Лимиты</a:t>
            </a:r>
            <a:r>
              <a:rPr lang="en-US" altLang="ru-RU"/>
              <a:t>(</a:t>
            </a:r>
            <a:r>
              <a:rPr lang="en-US" altLang="en-US"/>
              <a:t>токены</a:t>
            </a:r>
            <a:r>
              <a:rPr lang="en-US" altLang="ru-RU"/>
              <a:t>) +</a:t>
            </a:r>
            <a:r>
              <a:rPr lang="ru-RU" altLang="en-US"/>
              <a:t> </a:t>
            </a:r>
            <a:r>
              <a:rPr lang="en-US" altLang="en-US"/>
              <a:t>регистрация</a:t>
            </a:r>
            <a:r>
              <a:rPr lang="ru-RU" altLang="en-US"/>
              <a:t>.</a:t>
            </a:r>
            <a:endParaRPr lang="en-US" altLang="en-US"/>
          </a:p>
          <a:p>
            <a:r>
              <a:rPr lang="ru-RU" altLang="en-US"/>
              <a:t>4)</a:t>
            </a:r>
            <a:r>
              <a:rPr lang="en-US" altLang="en-US"/>
              <a:t>Своя</a:t>
            </a:r>
            <a:r>
              <a:rPr lang="en-US" altLang="ru-RU"/>
              <a:t> </a:t>
            </a:r>
            <a:r>
              <a:rPr lang="en-US" altLang="en-US"/>
              <a:t>реализация</a:t>
            </a:r>
            <a:r>
              <a:rPr lang="en-US" altLang="ru-RU"/>
              <a:t>, </a:t>
            </a:r>
            <a:r>
              <a:rPr lang="en-US" altLang="en-US"/>
              <a:t>не</a:t>
            </a:r>
            <a:r>
              <a:rPr lang="en-US" altLang="ru-RU"/>
              <a:t> </a:t>
            </a:r>
            <a:r>
              <a:rPr lang="en-US" altLang="en-US"/>
              <a:t>западные</a:t>
            </a:r>
            <a:r>
              <a:rPr lang="en-US" altLang="ru-RU"/>
              <a:t> </a:t>
            </a:r>
            <a:r>
              <a:rPr lang="en-US" altLang="en-US"/>
              <a:t>аналоги</a:t>
            </a:r>
            <a:r>
              <a:rPr lang="ru-RU" altLang="en-US"/>
              <a:t>.</a:t>
            </a:r>
            <a:endParaRPr lang="ru-RU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Выводы</a:t>
            </a:r>
            <a:endParaRPr lang="en-US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1)</a:t>
            </a:r>
            <a:r>
              <a:rPr lang="en-US" altLang="en-US"/>
              <a:t>Создана</a:t>
            </a:r>
            <a:r>
              <a:rPr lang="en-US" altLang="ru-RU"/>
              <a:t> </a:t>
            </a:r>
            <a:r>
              <a:rPr lang="en-US" altLang="en-US"/>
              <a:t>работающая</a:t>
            </a:r>
            <a:r>
              <a:rPr lang="en-US" altLang="ru-RU"/>
              <a:t> </a:t>
            </a:r>
            <a:r>
              <a:rPr lang="en-US" altLang="en-US"/>
              <a:t>система</a:t>
            </a:r>
            <a:r>
              <a:rPr lang="en-US" altLang="ru-RU"/>
              <a:t> </a:t>
            </a:r>
            <a:r>
              <a:rPr lang="en-US" altLang="en-US"/>
              <a:t>проверки</a:t>
            </a:r>
            <a:r>
              <a:rPr lang="en-US" altLang="ru-RU"/>
              <a:t> </a:t>
            </a:r>
            <a:r>
              <a:rPr lang="en-US" altLang="en-US"/>
              <a:t>фактов</a:t>
            </a:r>
            <a:endParaRPr lang="en-US" altLang="en-US"/>
          </a:p>
          <a:p>
            <a:r>
              <a:rPr lang="ru-RU" altLang="en-US"/>
              <a:t>2)</a:t>
            </a:r>
            <a:r>
              <a:rPr lang="en-US" altLang="en-US"/>
              <a:t>Система</a:t>
            </a:r>
            <a:r>
              <a:rPr lang="en-US" altLang="ru-RU"/>
              <a:t> </a:t>
            </a:r>
            <a:r>
              <a:rPr lang="en-US" altLang="en-US"/>
              <a:t>соответствует</a:t>
            </a:r>
            <a:r>
              <a:rPr lang="en-US" altLang="ru-RU"/>
              <a:t> </a:t>
            </a:r>
            <a:r>
              <a:rPr lang="en-US" altLang="en-US"/>
              <a:t>требованиям</a:t>
            </a:r>
            <a:r>
              <a:rPr lang="en-US" altLang="ru-RU"/>
              <a:t> </a:t>
            </a:r>
            <a:r>
              <a:rPr lang="en-US" altLang="en-US"/>
              <a:t>Доктрины</a:t>
            </a:r>
            <a:r>
              <a:rPr lang="en-US" altLang="ru-RU"/>
              <a:t> </a:t>
            </a:r>
            <a:r>
              <a:rPr lang="en-US" altLang="en-US"/>
              <a:t>ИБ</a:t>
            </a:r>
            <a:r>
              <a:rPr lang="en-US" altLang="ru-RU"/>
              <a:t> </a:t>
            </a:r>
            <a:r>
              <a:rPr lang="en-US" altLang="en-US"/>
              <a:t>РФ</a:t>
            </a:r>
            <a:endParaRPr lang="en-US" altLang="en-US"/>
          </a:p>
          <a:p>
            <a:r>
              <a:rPr lang="ru-RU" altLang="en-US"/>
              <a:t>3)</a:t>
            </a:r>
            <a:r>
              <a:rPr lang="en-US" altLang="en-US"/>
              <a:t>Используются</a:t>
            </a:r>
            <a:r>
              <a:rPr lang="en-US" altLang="ru-RU"/>
              <a:t> </a:t>
            </a:r>
            <a:r>
              <a:rPr lang="en-US" altLang="en-US"/>
              <a:t>только</a:t>
            </a:r>
            <a:r>
              <a:rPr lang="en-US" altLang="ru-RU"/>
              <a:t> </a:t>
            </a:r>
            <a:r>
              <a:rPr lang="en-US" altLang="en-US"/>
              <a:t>российские</a:t>
            </a:r>
            <a:r>
              <a:rPr lang="en-US" altLang="ru-RU"/>
              <a:t> </a:t>
            </a:r>
            <a:r>
              <a:rPr lang="en-US" altLang="en-US"/>
              <a:t>источники</a:t>
            </a:r>
            <a:endParaRPr lang="en-US" altLang="en-US"/>
          </a:p>
          <a:p>
            <a:r>
              <a:rPr lang="ru-RU" altLang="en-US"/>
              <a:t>4)</a:t>
            </a:r>
            <a:r>
              <a:rPr lang="en-US" altLang="en-US"/>
              <a:t>Есть</a:t>
            </a:r>
            <a:r>
              <a:rPr lang="en-US" altLang="ru-RU"/>
              <a:t> </a:t>
            </a:r>
            <a:r>
              <a:rPr lang="en-US" altLang="en-US"/>
              <a:t>защита</a:t>
            </a:r>
            <a:r>
              <a:rPr lang="en-US" altLang="ru-RU"/>
              <a:t> </a:t>
            </a:r>
            <a:r>
              <a:rPr lang="en-US" altLang="en-US"/>
              <a:t>от</a:t>
            </a:r>
            <a:r>
              <a:rPr lang="en-US" altLang="ru-RU"/>
              <a:t> </a:t>
            </a:r>
            <a:r>
              <a:rPr lang="en-US" altLang="en-US"/>
              <a:t>злоупотреблений</a:t>
            </a:r>
            <a:r>
              <a:rPr lang="en-US" altLang="ru-RU"/>
              <a:t> (</a:t>
            </a:r>
            <a:r>
              <a:rPr lang="en-US" altLang="en-US"/>
              <a:t>токены</a:t>
            </a:r>
            <a:r>
              <a:rPr lang="en-US" altLang="ru-RU"/>
              <a:t>, </a:t>
            </a:r>
            <a:r>
              <a:rPr lang="en-US" altLang="en-US"/>
              <a:t>регистрация</a:t>
            </a:r>
            <a:r>
              <a:rPr lang="en-US" altLang="ru-RU"/>
              <a:t>)</a:t>
            </a:r>
            <a:endParaRPr lang="en-US" altLang="ru-RU"/>
          </a:p>
          <a:p>
            <a:r>
              <a:rPr lang="ru-RU" altLang="en-US"/>
              <a:t>5)</a:t>
            </a:r>
            <a:r>
              <a:rPr lang="en-US" altLang="en-US"/>
              <a:t>Проект</a:t>
            </a:r>
            <a:r>
              <a:rPr lang="en-US" altLang="ru-RU"/>
              <a:t> </a:t>
            </a:r>
            <a:r>
              <a:rPr lang="en-US" altLang="en-US"/>
              <a:t>можно</a:t>
            </a:r>
            <a:r>
              <a:rPr lang="en-US" altLang="ru-RU"/>
              <a:t> </a:t>
            </a:r>
            <a:r>
              <a:rPr lang="en-US" altLang="en-US"/>
              <a:t>использовать</a:t>
            </a:r>
            <a:r>
              <a:rPr lang="en-US" altLang="ru-RU"/>
              <a:t> </a:t>
            </a:r>
            <a:r>
              <a:rPr lang="en-US" altLang="en-US"/>
              <a:t>как</a:t>
            </a:r>
            <a:r>
              <a:rPr lang="en-US" altLang="ru-RU"/>
              <a:t> </a:t>
            </a:r>
            <a:r>
              <a:rPr lang="en-US" altLang="en-US"/>
              <a:t>прототип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государственного</a:t>
            </a:r>
            <a:r>
              <a:rPr lang="en-US" altLang="ru-RU"/>
              <a:t> </a:t>
            </a:r>
            <a:r>
              <a:rPr lang="en-US" altLang="en-US"/>
              <a:t>сервиса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Уголовная</a:t>
            </a:r>
            <a:r>
              <a:rPr lang="en-US" altLang="ru-RU"/>
              <a:t> </a:t>
            </a:r>
            <a:r>
              <a:rPr lang="en-US" altLang="en-US"/>
              <a:t>ответственность</a:t>
            </a:r>
            <a:r>
              <a:rPr lang="en-US" altLang="ru-RU"/>
              <a:t> </a:t>
            </a:r>
            <a:r>
              <a:rPr lang="en-US" altLang="en-US"/>
              <a:t>за</a:t>
            </a:r>
            <a:r>
              <a:rPr lang="en-US" altLang="ru-RU"/>
              <a:t> </a:t>
            </a:r>
            <a:r>
              <a:rPr lang="en-US" altLang="en-US"/>
              <a:t>недостоверную</a:t>
            </a:r>
            <a:r>
              <a:rPr lang="en-US" altLang="ru-RU"/>
              <a:t> </a:t>
            </a:r>
            <a:r>
              <a:rPr lang="en-US" altLang="en-US"/>
              <a:t>информацию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454150"/>
            <a:ext cx="10515600" cy="5403850"/>
          </a:xfrm>
        </p:spPr>
        <p:txBody>
          <a:bodyPr>
            <a:normAutofit fontScale="90000"/>
          </a:bodyPr>
          <a:p>
            <a:r>
              <a:rPr lang="en-US" altLang="ru-RU"/>
              <a:t>1. </a:t>
            </a:r>
            <a:r>
              <a:rPr lang="en-US" altLang="en-US"/>
              <a:t>Статья</a:t>
            </a:r>
            <a:r>
              <a:rPr lang="en-US" altLang="ru-RU"/>
              <a:t> 207.3 </a:t>
            </a:r>
            <a:r>
              <a:rPr lang="en-US" altLang="en-US"/>
              <a:t>УК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en-US" altLang="ru-RU"/>
              <a:t> — </a:t>
            </a:r>
            <a:r>
              <a:rPr lang="en-US" altLang="en-US"/>
              <a:t>Публичное</a:t>
            </a:r>
            <a:r>
              <a:rPr lang="en-US" altLang="ru-RU"/>
              <a:t> </a:t>
            </a:r>
            <a:r>
              <a:rPr lang="en-US" altLang="en-US"/>
              <a:t>распространение</a:t>
            </a:r>
            <a:r>
              <a:rPr lang="en-US" altLang="ru-RU"/>
              <a:t> </a:t>
            </a:r>
            <a:r>
              <a:rPr lang="en-US" altLang="en-US"/>
              <a:t>заведомо</a:t>
            </a:r>
            <a:r>
              <a:rPr lang="en-US" altLang="ru-RU"/>
              <a:t> </a:t>
            </a:r>
            <a:r>
              <a:rPr lang="en-US" altLang="en-US"/>
              <a:t>ложной</a:t>
            </a:r>
            <a:r>
              <a:rPr lang="en-US" altLang="ru-RU"/>
              <a:t> </a:t>
            </a:r>
            <a:r>
              <a:rPr lang="en-US" altLang="en-US"/>
              <a:t>информации</a:t>
            </a:r>
            <a:r>
              <a:rPr lang="en-US" altLang="ru-RU"/>
              <a:t> </a:t>
            </a:r>
            <a:r>
              <a:rPr lang="en-US" altLang="en-US"/>
              <a:t>об</a:t>
            </a:r>
            <a:r>
              <a:rPr lang="en-US" altLang="ru-RU"/>
              <a:t> </a:t>
            </a:r>
            <a:r>
              <a:rPr lang="en-US" altLang="en-US"/>
              <a:t>использовании</a:t>
            </a:r>
            <a:r>
              <a:rPr lang="en-US" altLang="ru-RU"/>
              <a:t> </a:t>
            </a:r>
            <a:r>
              <a:rPr lang="en-US" altLang="en-US"/>
              <a:t>Вооруженных</a:t>
            </a:r>
            <a:r>
              <a:rPr lang="en-US" altLang="ru-RU"/>
              <a:t> </a:t>
            </a:r>
            <a:r>
              <a:rPr lang="en-US" altLang="en-US"/>
              <a:t>сил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ru-RU" altLang="en-US"/>
              <a:t> </a:t>
            </a:r>
            <a:endParaRPr lang="ru-RU" altLang="en-US"/>
          </a:p>
          <a:p>
            <a:r>
              <a:rPr lang="ru-RU" altLang="en-US"/>
              <a:t>(</a:t>
            </a:r>
            <a:r>
              <a:rPr lang="en-US" altLang="en-US"/>
              <a:t>Фейки</a:t>
            </a:r>
            <a:r>
              <a:rPr lang="en-US" altLang="ru-RU"/>
              <a:t> </a:t>
            </a:r>
            <a:r>
              <a:rPr lang="en-US" altLang="en-US"/>
              <a:t>про</a:t>
            </a:r>
            <a:r>
              <a:rPr lang="en-US" altLang="ru-RU"/>
              <a:t> </a:t>
            </a:r>
            <a:r>
              <a:rPr lang="en-US" altLang="en-US"/>
              <a:t>Вооружённые</a:t>
            </a:r>
            <a:r>
              <a:rPr lang="en-US" altLang="ru-RU"/>
              <a:t> </a:t>
            </a:r>
            <a:r>
              <a:rPr lang="en-US" altLang="en-US"/>
              <a:t>силы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en-US" altLang="ru-RU"/>
              <a:t> (</a:t>
            </a:r>
            <a:r>
              <a:rPr lang="en-US" altLang="en-US"/>
              <a:t>до</a:t>
            </a:r>
            <a:r>
              <a:rPr lang="en-US" altLang="ru-RU"/>
              <a:t> 15 </a:t>
            </a:r>
            <a:r>
              <a:rPr lang="en-US" altLang="en-US"/>
              <a:t>лет</a:t>
            </a:r>
            <a:r>
              <a:rPr lang="en-US" altLang="ru-RU"/>
              <a:t>)</a:t>
            </a:r>
            <a:r>
              <a:rPr lang="ru-RU" altLang="en-US"/>
              <a:t>).</a:t>
            </a:r>
            <a:endParaRPr lang="en-US" altLang="ru-RU"/>
          </a:p>
          <a:p>
            <a:r>
              <a:rPr lang="en-US" altLang="ru-RU"/>
              <a:t>2. </a:t>
            </a:r>
            <a:r>
              <a:rPr lang="en-US" altLang="en-US"/>
              <a:t>Статья</a:t>
            </a:r>
            <a:r>
              <a:rPr lang="en-US" altLang="ru-RU"/>
              <a:t> 207.5 </a:t>
            </a:r>
            <a:r>
              <a:rPr lang="en-US" altLang="en-US"/>
              <a:t>УК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en-US" altLang="ru-RU"/>
              <a:t> — </a:t>
            </a:r>
            <a:r>
              <a:rPr lang="en-US" altLang="en-US"/>
              <a:t>Публичное</a:t>
            </a:r>
            <a:r>
              <a:rPr lang="en-US" altLang="ru-RU"/>
              <a:t> </a:t>
            </a:r>
            <a:r>
              <a:rPr lang="en-US" altLang="en-US"/>
              <a:t>распространение</a:t>
            </a:r>
            <a:r>
              <a:rPr lang="en-US" altLang="ru-RU"/>
              <a:t> </a:t>
            </a:r>
            <a:r>
              <a:rPr lang="en-US" altLang="en-US"/>
              <a:t>заведомо</a:t>
            </a:r>
            <a:r>
              <a:rPr lang="en-US" altLang="ru-RU"/>
              <a:t> </a:t>
            </a:r>
            <a:r>
              <a:rPr lang="en-US" altLang="en-US"/>
              <a:t>ложной</a:t>
            </a:r>
            <a:r>
              <a:rPr lang="en-US" altLang="ru-RU"/>
              <a:t> </a:t>
            </a:r>
            <a:r>
              <a:rPr lang="en-US" altLang="en-US"/>
              <a:t>информации</a:t>
            </a:r>
            <a:r>
              <a:rPr lang="en-US" altLang="ru-RU"/>
              <a:t> </a:t>
            </a:r>
            <a:r>
              <a:rPr lang="en-US" altLang="en-US"/>
              <a:t>о</a:t>
            </a:r>
            <a:r>
              <a:rPr lang="en-US" altLang="ru-RU"/>
              <a:t> </a:t>
            </a:r>
            <a:r>
              <a:rPr lang="en-US" altLang="en-US"/>
              <a:t>деятельности</a:t>
            </a:r>
            <a:r>
              <a:rPr lang="en-US" altLang="ru-RU"/>
              <a:t> </a:t>
            </a:r>
            <a:r>
              <a:rPr lang="en-US" altLang="en-US"/>
              <a:t>госорганов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en-US" altLang="ru-RU"/>
              <a:t> </a:t>
            </a:r>
            <a:r>
              <a:rPr lang="en-US" altLang="en-US"/>
              <a:t>за</a:t>
            </a:r>
            <a:r>
              <a:rPr lang="en-US" altLang="ru-RU"/>
              <a:t> </a:t>
            </a:r>
            <a:r>
              <a:rPr lang="en-US" altLang="en-US"/>
              <a:t>рубежом</a:t>
            </a:r>
            <a:endParaRPr lang="en-US" altLang="en-US"/>
          </a:p>
          <a:p>
            <a:r>
              <a:rPr lang="ru-RU" altLang="en-US"/>
              <a:t>(</a:t>
            </a:r>
            <a:r>
              <a:rPr lang="en-US" altLang="en-US"/>
              <a:t>Фейки</a:t>
            </a:r>
            <a:r>
              <a:rPr lang="en-US" altLang="ru-RU"/>
              <a:t> </a:t>
            </a:r>
            <a:r>
              <a:rPr lang="en-US" altLang="en-US"/>
              <a:t>про</a:t>
            </a:r>
            <a:r>
              <a:rPr lang="en-US" altLang="ru-RU"/>
              <a:t> </a:t>
            </a:r>
            <a:r>
              <a:rPr lang="en-US" altLang="en-US"/>
              <a:t>госорганы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en-US" altLang="ru-RU"/>
              <a:t> </a:t>
            </a:r>
            <a:r>
              <a:rPr lang="en-US" altLang="en-US"/>
              <a:t>за</a:t>
            </a:r>
            <a:r>
              <a:rPr lang="en-US" altLang="ru-RU"/>
              <a:t> </a:t>
            </a:r>
            <a:r>
              <a:rPr lang="en-US" altLang="en-US"/>
              <a:t>рубежом</a:t>
            </a:r>
            <a:r>
              <a:rPr lang="en-US" altLang="ru-RU"/>
              <a:t> (</a:t>
            </a:r>
            <a:r>
              <a:rPr lang="en-US" altLang="en-US"/>
              <a:t>до</a:t>
            </a:r>
            <a:r>
              <a:rPr lang="en-US" altLang="ru-RU"/>
              <a:t> 3 </a:t>
            </a:r>
            <a:r>
              <a:rPr lang="en-US" altLang="en-US"/>
              <a:t>лет</a:t>
            </a:r>
            <a:r>
              <a:rPr lang="en-US" altLang="ru-RU"/>
              <a:t>)</a:t>
            </a:r>
            <a:r>
              <a:rPr lang="ru-RU" altLang="en-US"/>
              <a:t>).</a:t>
            </a:r>
            <a:endParaRPr lang="en-US" altLang="en-US"/>
          </a:p>
          <a:p>
            <a:r>
              <a:rPr lang="en-US" altLang="ru-RU"/>
              <a:t>3. </a:t>
            </a:r>
            <a:r>
              <a:rPr lang="en-US" altLang="en-US"/>
              <a:t>Статья</a:t>
            </a:r>
            <a:r>
              <a:rPr lang="en-US" altLang="ru-RU"/>
              <a:t> 207.2 </a:t>
            </a:r>
            <a:r>
              <a:rPr lang="en-US" altLang="en-US"/>
              <a:t>УК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en-US" altLang="ru-RU"/>
              <a:t> — </a:t>
            </a:r>
            <a:r>
              <a:rPr lang="en-US" altLang="en-US"/>
              <a:t>Публичное</a:t>
            </a:r>
            <a:r>
              <a:rPr lang="en-US" altLang="ru-RU"/>
              <a:t> </a:t>
            </a:r>
            <a:r>
              <a:rPr lang="en-US" altLang="en-US"/>
              <a:t>распространение</a:t>
            </a:r>
            <a:r>
              <a:rPr lang="en-US" altLang="ru-RU"/>
              <a:t> </a:t>
            </a:r>
            <a:r>
              <a:rPr lang="en-US" altLang="en-US"/>
              <a:t>заведомо</a:t>
            </a:r>
            <a:r>
              <a:rPr lang="en-US" altLang="ru-RU"/>
              <a:t> </a:t>
            </a:r>
            <a:r>
              <a:rPr lang="en-US" altLang="en-US"/>
              <a:t>ложной</a:t>
            </a:r>
            <a:r>
              <a:rPr lang="en-US" altLang="ru-RU"/>
              <a:t> </a:t>
            </a:r>
            <a:r>
              <a:rPr lang="en-US" altLang="en-US"/>
              <a:t>информации</a:t>
            </a:r>
            <a:r>
              <a:rPr lang="en-US" altLang="ru-RU"/>
              <a:t> </a:t>
            </a:r>
            <a:r>
              <a:rPr lang="en-US" altLang="en-US"/>
              <a:t>о</a:t>
            </a:r>
            <a:r>
              <a:rPr lang="en-US" altLang="ru-RU"/>
              <a:t> </a:t>
            </a:r>
            <a:r>
              <a:rPr lang="en-US" altLang="en-US"/>
              <a:t>ситуации</a:t>
            </a:r>
            <a:r>
              <a:rPr lang="en-US" altLang="ru-RU"/>
              <a:t>, </a:t>
            </a:r>
            <a:r>
              <a:rPr lang="en-US" altLang="en-US"/>
              <a:t>создающей</a:t>
            </a:r>
            <a:r>
              <a:rPr lang="en-US" altLang="ru-RU"/>
              <a:t> </a:t>
            </a:r>
            <a:r>
              <a:rPr lang="en-US" altLang="en-US"/>
              <a:t>угрозу</a:t>
            </a:r>
            <a:r>
              <a:rPr lang="en-US" altLang="ru-RU"/>
              <a:t> </a:t>
            </a:r>
            <a:r>
              <a:rPr lang="en-US" altLang="en-US"/>
              <a:t>жизни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безопасности</a:t>
            </a:r>
            <a:r>
              <a:rPr lang="en-US" altLang="ru-RU"/>
              <a:t> </a:t>
            </a:r>
            <a:r>
              <a:rPr lang="en-US" altLang="en-US"/>
              <a:t>граждан</a:t>
            </a:r>
            <a:endParaRPr lang="en-US" altLang="en-US"/>
          </a:p>
          <a:p>
            <a:r>
              <a:rPr lang="ru-RU" altLang="en-US"/>
              <a:t>(</a:t>
            </a:r>
            <a:r>
              <a:rPr lang="en-US" altLang="en-US"/>
              <a:t>Фейки</a:t>
            </a:r>
            <a:r>
              <a:rPr lang="en-US" altLang="ru-RU"/>
              <a:t> </a:t>
            </a:r>
            <a:r>
              <a:rPr lang="en-US" altLang="en-US"/>
              <a:t>про</a:t>
            </a:r>
            <a:r>
              <a:rPr lang="en-US" altLang="ru-RU"/>
              <a:t> </a:t>
            </a:r>
            <a:r>
              <a:rPr lang="en-US" altLang="en-US"/>
              <a:t>теракты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катастрофы</a:t>
            </a:r>
            <a:r>
              <a:rPr lang="en-US" altLang="ru-RU"/>
              <a:t> (</a:t>
            </a:r>
            <a:r>
              <a:rPr lang="en-US" altLang="en-US"/>
              <a:t>до</a:t>
            </a:r>
            <a:r>
              <a:rPr lang="en-US" altLang="ru-RU"/>
              <a:t> 5 </a:t>
            </a:r>
            <a:r>
              <a:rPr lang="en-US" altLang="en-US"/>
              <a:t>лет</a:t>
            </a:r>
            <a:r>
              <a:rPr lang="en-US" altLang="ru-RU"/>
              <a:t>)</a:t>
            </a:r>
            <a:r>
              <a:rPr lang="ru-RU" altLang="en-US"/>
              <a:t>).</a:t>
            </a:r>
            <a:endParaRPr lang="en-US" altLang="ru-RU"/>
          </a:p>
          <a:p>
            <a:r>
              <a:rPr lang="en-US" altLang="ru-RU"/>
              <a:t>4. </a:t>
            </a:r>
            <a:r>
              <a:rPr lang="en-US" altLang="en-US"/>
              <a:t>Статья</a:t>
            </a:r>
            <a:r>
              <a:rPr lang="en-US" altLang="ru-RU"/>
              <a:t> 128.1 </a:t>
            </a:r>
            <a:r>
              <a:rPr lang="en-US" altLang="en-US"/>
              <a:t>УК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en-US" altLang="ru-RU"/>
              <a:t> — </a:t>
            </a:r>
            <a:r>
              <a:rPr lang="en-US" altLang="en-US"/>
              <a:t>Клевета</a:t>
            </a:r>
            <a:r>
              <a:rPr lang="ru-RU" altLang="en-US"/>
              <a:t> (</a:t>
            </a:r>
            <a:r>
              <a:rPr lang="en-US" altLang="en-US"/>
              <a:t>Клевета</a:t>
            </a:r>
            <a:r>
              <a:rPr lang="en-US" altLang="ru-RU"/>
              <a:t> (</a:t>
            </a:r>
            <a:r>
              <a:rPr lang="en-US" altLang="en-US"/>
              <a:t>до</a:t>
            </a:r>
            <a:r>
              <a:rPr lang="en-US" altLang="ru-RU"/>
              <a:t> 500 </a:t>
            </a:r>
            <a:r>
              <a:rPr lang="en-US" altLang="en-US"/>
              <a:t>тыс</a:t>
            </a:r>
            <a:r>
              <a:rPr lang="en-US" altLang="ru-RU"/>
              <a:t>. </a:t>
            </a:r>
            <a:r>
              <a:rPr lang="en-US" altLang="en-US"/>
              <a:t>руб</a:t>
            </a:r>
            <a:r>
              <a:rPr lang="en-US" altLang="ru-RU"/>
              <a:t>)</a:t>
            </a:r>
            <a:r>
              <a:rPr lang="ru-RU" altLang="en-US"/>
              <a:t>).</a:t>
            </a:r>
            <a:endParaRPr lang="en-US" altLang="ru-RU"/>
          </a:p>
          <a:p>
            <a:r>
              <a:rPr lang="en-US" altLang="ru-RU"/>
              <a:t>5. </a:t>
            </a:r>
            <a:r>
              <a:rPr lang="en-US" altLang="en-US"/>
              <a:t>Статья</a:t>
            </a:r>
            <a:r>
              <a:rPr lang="en-US" altLang="ru-RU"/>
              <a:t> 280.3 </a:t>
            </a:r>
            <a:r>
              <a:rPr lang="en-US" altLang="en-US"/>
              <a:t>УК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en-US" altLang="ru-RU"/>
              <a:t> — </a:t>
            </a:r>
            <a:r>
              <a:rPr lang="en-US" altLang="en-US"/>
              <a:t>Дискредитация</a:t>
            </a:r>
            <a:r>
              <a:rPr lang="en-US" altLang="ru-RU"/>
              <a:t> </a:t>
            </a:r>
            <a:r>
              <a:rPr lang="en-US" altLang="en-US"/>
              <a:t>Вооруженных</a:t>
            </a:r>
            <a:r>
              <a:rPr lang="en-US" altLang="ru-RU"/>
              <a:t> </a:t>
            </a:r>
            <a:r>
              <a:rPr lang="en-US" altLang="en-US"/>
              <a:t>сил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ru-RU" altLang="en-US"/>
              <a:t> </a:t>
            </a:r>
            <a:endParaRPr lang="ru-RU" altLang="en-US"/>
          </a:p>
          <a:p>
            <a:r>
              <a:rPr lang="ru-RU" altLang="en-US"/>
              <a:t>(</a:t>
            </a:r>
            <a:r>
              <a:rPr lang="en-US" altLang="en-US"/>
              <a:t>Дискредитация</a:t>
            </a:r>
            <a:r>
              <a:rPr lang="en-US" altLang="ru-RU"/>
              <a:t> </a:t>
            </a:r>
            <a:r>
              <a:rPr lang="en-US" altLang="en-US"/>
              <a:t>ВС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en-US" altLang="ru-RU"/>
              <a:t> (</a:t>
            </a:r>
            <a:r>
              <a:rPr lang="en-US" altLang="en-US"/>
              <a:t>до</a:t>
            </a:r>
            <a:r>
              <a:rPr lang="en-US" altLang="ru-RU"/>
              <a:t> 15 </a:t>
            </a:r>
            <a:r>
              <a:rPr lang="en-US" altLang="en-US"/>
              <a:t>суток</a:t>
            </a:r>
            <a:r>
              <a:rPr lang="en-US" altLang="ru-RU"/>
              <a:t> </a:t>
            </a:r>
            <a:r>
              <a:rPr lang="en-US" altLang="en-US"/>
              <a:t>ареста</a:t>
            </a:r>
            <a:r>
              <a:rPr lang="en-US" altLang="ru-RU"/>
              <a:t>)</a:t>
            </a:r>
            <a:r>
              <a:rPr lang="ru-RU" altLang="en-US"/>
              <a:t>).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ru-RU"/>
              <a:t>Краткое описание какую информацию я брал</a:t>
            </a:r>
            <a:endParaRPr lang="ru-RU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ru-RU" sz="1900"/>
              <a:t>1. </a:t>
            </a:r>
            <a:r>
              <a:rPr lang="en-US" altLang="en-US" sz="1900"/>
              <a:t>Доктрина</a:t>
            </a:r>
            <a:r>
              <a:rPr lang="en-US" altLang="ru-RU" sz="1900"/>
              <a:t> </a:t>
            </a:r>
            <a:r>
              <a:rPr lang="en-US" altLang="en-US" sz="1900"/>
              <a:t>информационной</a:t>
            </a:r>
            <a:r>
              <a:rPr lang="en-US" altLang="ru-RU" sz="1900"/>
              <a:t> </a:t>
            </a:r>
            <a:r>
              <a:rPr lang="en-US" altLang="en-US" sz="1900"/>
              <a:t>безопасности</a:t>
            </a:r>
            <a:r>
              <a:rPr lang="en-US" altLang="ru-RU" sz="1900"/>
              <a:t> </a:t>
            </a:r>
            <a:r>
              <a:rPr lang="en-US" altLang="en-US" sz="1900"/>
              <a:t>РФ</a:t>
            </a:r>
            <a:r>
              <a:rPr lang="en-US" altLang="ru-RU" sz="1900"/>
              <a:t> (2016, </a:t>
            </a:r>
            <a:r>
              <a:rPr lang="en-US" altLang="en-US" sz="1900"/>
              <a:t>ред</a:t>
            </a:r>
            <a:r>
              <a:rPr lang="en-US" altLang="ru-RU" sz="1900"/>
              <a:t>. 2021)</a:t>
            </a:r>
            <a:r>
              <a:rPr lang="ru-RU" altLang="en-US" sz="1900"/>
              <a:t> </a:t>
            </a:r>
            <a:endParaRPr lang="ru-RU" altLang="en-US" sz="1900"/>
          </a:p>
          <a:p>
            <a:r>
              <a:rPr lang="en-US" altLang="en-US" sz="1900"/>
              <a:t>Пункт</a:t>
            </a:r>
            <a:r>
              <a:rPr lang="en-US" altLang="ru-RU" sz="1900"/>
              <a:t> 15(</a:t>
            </a:r>
            <a:r>
              <a:rPr lang="en-US" altLang="en-US" sz="1900"/>
              <a:t>в</a:t>
            </a:r>
            <a:r>
              <a:rPr lang="en-US" altLang="ru-RU" sz="1900"/>
              <a:t>) — </a:t>
            </a:r>
            <a:r>
              <a:rPr lang="en-US" altLang="en-US" sz="1900"/>
              <a:t>обеспечение</a:t>
            </a:r>
            <a:r>
              <a:rPr lang="en-US" altLang="ru-RU" sz="1900"/>
              <a:t> </a:t>
            </a:r>
            <a:r>
              <a:rPr lang="en-US" altLang="en-US" sz="1900"/>
              <a:t>достоверности</a:t>
            </a:r>
            <a:r>
              <a:rPr lang="en-US" altLang="ru-RU" sz="1900"/>
              <a:t> </a:t>
            </a:r>
            <a:r>
              <a:rPr lang="en-US" altLang="en-US" sz="1900"/>
              <a:t>информации</a:t>
            </a:r>
            <a:r>
              <a:rPr lang="en-US" altLang="ru-RU" sz="1900"/>
              <a:t>. </a:t>
            </a:r>
            <a:endParaRPr lang="en-US" altLang="ru-RU" sz="1900"/>
          </a:p>
          <a:p>
            <a:r>
              <a:rPr lang="en-US" altLang="en-US" sz="1900"/>
              <a:t>Пункт</a:t>
            </a:r>
            <a:r>
              <a:rPr lang="en-US" altLang="ru-RU" sz="1900"/>
              <a:t> 29(</a:t>
            </a:r>
            <a:r>
              <a:rPr lang="en-US" altLang="en-US" sz="1900"/>
              <a:t>в</a:t>
            </a:r>
            <a:r>
              <a:rPr lang="en-US" altLang="ru-RU" sz="1900"/>
              <a:t>) — </a:t>
            </a:r>
            <a:r>
              <a:rPr lang="en-US" altLang="en-US" sz="1900"/>
              <a:t>противодействие</a:t>
            </a:r>
            <a:r>
              <a:rPr lang="en-US" altLang="ru-RU" sz="1900"/>
              <a:t> </a:t>
            </a:r>
            <a:r>
              <a:rPr lang="en-US" altLang="en-US" sz="1900"/>
              <a:t>использованию</a:t>
            </a:r>
            <a:r>
              <a:rPr lang="en-US" altLang="ru-RU" sz="1900"/>
              <a:t> </a:t>
            </a:r>
            <a:r>
              <a:rPr lang="en-US" altLang="en-US" sz="1900"/>
              <a:t>ИКТ</a:t>
            </a:r>
            <a:r>
              <a:rPr lang="en-US" altLang="ru-RU" sz="1900"/>
              <a:t> </a:t>
            </a:r>
            <a:r>
              <a:rPr lang="en-US" altLang="en-US" sz="1900"/>
              <a:t>для</a:t>
            </a:r>
            <a:r>
              <a:rPr lang="en-US" altLang="ru-RU" sz="1900"/>
              <a:t> </a:t>
            </a:r>
            <a:r>
              <a:rPr lang="en-US" altLang="en-US" sz="1900"/>
              <a:t>разжигания</a:t>
            </a:r>
            <a:r>
              <a:rPr lang="en-US" altLang="ru-RU" sz="1900"/>
              <a:t> </a:t>
            </a:r>
            <a:r>
              <a:rPr lang="en-US" altLang="en-US" sz="1900"/>
              <a:t>розни</a:t>
            </a:r>
            <a:r>
              <a:rPr lang="en-US" altLang="ru-RU" sz="1900"/>
              <a:t>, </a:t>
            </a:r>
            <a:r>
              <a:rPr lang="en-US" altLang="en-US" sz="1900"/>
              <a:t>подрыва</a:t>
            </a:r>
            <a:r>
              <a:rPr lang="en-US" altLang="ru-RU" sz="1900"/>
              <a:t> </a:t>
            </a:r>
            <a:r>
              <a:rPr lang="en-US" altLang="en-US" sz="1900"/>
              <a:t>суверенитета</a:t>
            </a:r>
            <a:r>
              <a:rPr lang="en-US" altLang="ru-RU" sz="1900"/>
              <a:t>. </a:t>
            </a:r>
            <a:endParaRPr lang="en-US" altLang="ru-RU" sz="1900"/>
          </a:p>
          <a:p>
            <a:r>
              <a:rPr lang="en-US" altLang="ru-RU" sz="1900"/>
              <a:t>2. </a:t>
            </a:r>
            <a:r>
              <a:rPr lang="en-US" altLang="en-US" sz="1900"/>
              <a:t>Федеральный</a:t>
            </a:r>
            <a:r>
              <a:rPr lang="en-US" altLang="ru-RU" sz="1900"/>
              <a:t> </a:t>
            </a:r>
            <a:r>
              <a:rPr lang="en-US" altLang="en-US" sz="1900"/>
              <a:t>закон</a:t>
            </a:r>
            <a:r>
              <a:rPr lang="en-US" altLang="ru-RU" sz="1900"/>
              <a:t> </a:t>
            </a:r>
            <a:r>
              <a:rPr lang="en-US" altLang="en-US" sz="1900"/>
              <a:t>№</a:t>
            </a:r>
            <a:r>
              <a:rPr lang="en-US" altLang="ru-RU" sz="1900"/>
              <a:t> 212-</a:t>
            </a:r>
            <a:r>
              <a:rPr lang="en-US" altLang="en-US" sz="1900"/>
              <a:t>ФЗ</a:t>
            </a:r>
            <a:r>
              <a:rPr lang="en-US" altLang="ru-RU" sz="1900"/>
              <a:t> "</a:t>
            </a:r>
            <a:r>
              <a:rPr lang="en-US" altLang="en-US" sz="1900"/>
              <a:t>Об</a:t>
            </a:r>
            <a:r>
              <a:rPr lang="en-US" altLang="ru-RU" sz="1900"/>
              <a:t> </a:t>
            </a:r>
            <a:r>
              <a:rPr lang="en-US" altLang="en-US" sz="1900"/>
              <a:t>информации</a:t>
            </a:r>
            <a:r>
              <a:rPr lang="en-US" altLang="ru-RU" sz="1900"/>
              <a:t>, </a:t>
            </a:r>
            <a:r>
              <a:rPr lang="en-US" altLang="en-US" sz="1900"/>
              <a:t>информационных</a:t>
            </a:r>
            <a:r>
              <a:rPr lang="en-US" altLang="ru-RU" sz="1900"/>
              <a:t> </a:t>
            </a:r>
            <a:r>
              <a:rPr lang="en-US" altLang="en-US" sz="1900"/>
              <a:t>технологиях</a:t>
            </a:r>
            <a:r>
              <a:rPr lang="en-US" altLang="ru-RU" sz="1900"/>
              <a:t> </a:t>
            </a:r>
            <a:r>
              <a:rPr lang="en-US" altLang="en-US" sz="1900"/>
              <a:t>и</a:t>
            </a:r>
            <a:r>
              <a:rPr lang="en-US" altLang="ru-RU" sz="1900"/>
              <a:t> </a:t>
            </a:r>
            <a:r>
              <a:rPr lang="en-US" altLang="en-US" sz="1900"/>
              <a:t>о</a:t>
            </a:r>
            <a:r>
              <a:rPr lang="en-US" altLang="ru-RU" sz="1900"/>
              <a:t> </a:t>
            </a:r>
            <a:r>
              <a:rPr lang="en-US" altLang="en-US" sz="1900"/>
              <a:t>защите</a:t>
            </a:r>
            <a:r>
              <a:rPr lang="en-US" altLang="ru-RU" sz="1900"/>
              <a:t> </a:t>
            </a:r>
            <a:r>
              <a:rPr lang="en-US" altLang="en-US" sz="1900"/>
              <a:t>информации</a:t>
            </a:r>
            <a:r>
              <a:rPr lang="en-US" altLang="ru-RU" sz="1900">
                <a:sym typeface="+mn-ea"/>
              </a:rPr>
              <a:t>".</a:t>
            </a:r>
            <a:endParaRPr lang="en-US" altLang="en-US" sz="1900"/>
          </a:p>
          <a:p>
            <a:r>
              <a:rPr lang="en-US" altLang="en-US" sz="1900"/>
              <a:t>Закон</a:t>
            </a:r>
            <a:r>
              <a:rPr lang="en-US" altLang="ru-RU" sz="1900"/>
              <a:t> </a:t>
            </a:r>
            <a:r>
              <a:rPr lang="en-US" altLang="en-US" sz="1900"/>
              <a:t>запрещает</a:t>
            </a:r>
            <a:r>
              <a:rPr lang="en-US" altLang="ru-RU" sz="1900"/>
              <a:t> </a:t>
            </a:r>
            <a:r>
              <a:rPr lang="en-US" altLang="en-US" sz="1900"/>
              <a:t>распространение</a:t>
            </a:r>
            <a:r>
              <a:rPr lang="en-US" altLang="ru-RU" sz="1900"/>
              <a:t> </a:t>
            </a:r>
            <a:r>
              <a:rPr lang="en-US" altLang="en-US" sz="1900"/>
              <a:t>заведомо</a:t>
            </a:r>
            <a:r>
              <a:rPr lang="en-US" altLang="ru-RU" sz="1900"/>
              <a:t> </a:t>
            </a:r>
            <a:r>
              <a:rPr lang="en-US" altLang="en-US" sz="1900"/>
              <a:t>недостоверной</a:t>
            </a:r>
            <a:r>
              <a:rPr lang="en-US" altLang="ru-RU" sz="1900"/>
              <a:t> </a:t>
            </a:r>
            <a:r>
              <a:rPr lang="en-US" altLang="en-US" sz="1900"/>
              <a:t>информации</a:t>
            </a:r>
            <a:r>
              <a:rPr lang="en-US" altLang="ru-RU" sz="1900"/>
              <a:t> </a:t>
            </a:r>
            <a:r>
              <a:rPr lang="en-US" altLang="en-US" sz="1900"/>
              <a:t>под</a:t>
            </a:r>
            <a:r>
              <a:rPr lang="en-US" altLang="ru-RU" sz="1900"/>
              <a:t> </a:t>
            </a:r>
            <a:r>
              <a:rPr lang="en-US" altLang="en-US" sz="1900"/>
              <a:t>видом</a:t>
            </a:r>
            <a:r>
              <a:rPr lang="en-US" altLang="ru-RU" sz="1900"/>
              <a:t> </a:t>
            </a:r>
            <a:r>
              <a:rPr lang="en-US" altLang="en-US" sz="1900"/>
              <a:t>достоверных</a:t>
            </a:r>
            <a:r>
              <a:rPr lang="en-US" altLang="ru-RU" sz="1900"/>
              <a:t> </a:t>
            </a:r>
            <a:r>
              <a:rPr lang="en-US" altLang="en-US" sz="1900"/>
              <a:t>сообщений</a:t>
            </a:r>
            <a:r>
              <a:rPr lang="en-US" altLang="ru-RU" sz="1900"/>
              <a:t>. </a:t>
            </a:r>
            <a:endParaRPr lang="en-US" altLang="ru-RU" sz="1900"/>
          </a:p>
          <a:p>
            <a:r>
              <a:rPr lang="en-US" altLang="ru-RU" sz="1900"/>
              <a:t>3. </a:t>
            </a:r>
            <a:r>
              <a:rPr lang="en-US" altLang="en-US" sz="1900"/>
              <a:t>Федеральный</a:t>
            </a:r>
            <a:r>
              <a:rPr lang="en-US" altLang="ru-RU" sz="1900"/>
              <a:t> </a:t>
            </a:r>
            <a:r>
              <a:rPr lang="en-US" altLang="en-US" sz="1900"/>
              <a:t>закон</a:t>
            </a:r>
            <a:r>
              <a:rPr lang="en-US" altLang="ru-RU" sz="1900"/>
              <a:t> </a:t>
            </a:r>
            <a:r>
              <a:rPr lang="en-US" altLang="en-US" sz="1900"/>
              <a:t>№</a:t>
            </a:r>
            <a:r>
              <a:rPr lang="en-US" altLang="ru-RU" sz="1900"/>
              <a:t> 149-</a:t>
            </a:r>
            <a:r>
              <a:rPr lang="en-US" altLang="en-US" sz="1900"/>
              <a:t>ФЗ</a:t>
            </a:r>
            <a:r>
              <a:rPr lang="en-US" altLang="ru-RU" sz="1900"/>
              <a:t> "</a:t>
            </a:r>
            <a:r>
              <a:rPr lang="en-US" altLang="en-US" sz="1900"/>
              <a:t>Об</a:t>
            </a:r>
            <a:r>
              <a:rPr lang="en-US" altLang="ru-RU" sz="1900"/>
              <a:t> </a:t>
            </a:r>
            <a:r>
              <a:rPr lang="en-US" altLang="en-US" sz="1900"/>
              <a:t>информации</a:t>
            </a:r>
            <a:r>
              <a:rPr lang="en-US" altLang="ru-RU" sz="1900"/>
              <a:t>, </a:t>
            </a:r>
            <a:r>
              <a:rPr lang="en-US" altLang="en-US" sz="1900"/>
              <a:t>информационных</a:t>
            </a:r>
            <a:r>
              <a:rPr lang="en-US" altLang="ru-RU" sz="1900"/>
              <a:t> </a:t>
            </a:r>
            <a:r>
              <a:rPr lang="en-US" altLang="en-US" sz="1900"/>
              <a:t>технологиях</a:t>
            </a:r>
            <a:r>
              <a:rPr lang="en-US" altLang="ru-RU" sz="1900"/>
              <a:t> </a:t>
            </a:r>
            <a:r>
              <a:rPr lang="en-US" altLang="en-US" sz="1900"/>
              <a:t>и</a:t>
            </a:r>
            <a:r>
              <a:rPr lang="en-US" altLang="ru-RU" sz="1900"/>
              <a:t> </a:t>
            </a:r>
            <a:r>
              <a:rPr lang="en-US" altLang="en-US" sz="1900"/>
              <a:t>о</a:t>
            </a:r>
            <a:r>
              <a:rPr lang="en-US" altLang="ru-RU" sz="1900"/>
              <a:t> </a:t>
            </a:r>
            <a:r>
              <a:rPr lang="en-US" altLang="en-US" sz="1900"/>
              <a:t>защите</a:t>
            </a:r>
            <a:r>
              <a:rPr lang="en-US" altLang="ru-RU" sz="1900"/>
              <a:t> </a:t>
            </a:r>
            <a:r>
              <a:rPr lang="en-US" altLang="en-US" sz="1900"/>
              <a:t>информации</a:t>
            </a:r>
            <a:r>
              <a:rPr lang="en-US" altLang="ru-RU" sz="1900"/>
              <a:t>".</a:t>
            </a:r>
            <a:endParaRPr lang="en-US" altLang="ru-RU" sz="1900"/>
          </a:p>
          <a:p>
            <a:r>
              <a:rPr lang="en-US" altLang="en-US" sz="1900"/>
              <a:t>Регулирует</a:t>
            </a:r>
            <a:r>
              <a:rPr lang="en-US" altLang="ru-RU" sz="1900"/>
              <a:t> </a:t>
            </a:r>
            <a:r>
              <a:rPr lang="en-US" altLang="en-US" sz="1900"/>
              <a:t>отношения</a:t>
            </a:r>
            <a:r>
              <a:rPr lang="en-US" altLang="ru-RU" sz="1900"/>
              <a:t> </a:t>
            </a:r>
            <a:r>
              <a:rPr lang="en-US" altLang="en-US" sz="1900"/>
              <a:t>при</a:t>
            </a:r>
            <a:r>
              <a:rPr lang="en-US" altLang="ru-RU" sz="1900"/>
              <a:t> </a:t>
            </a:r>
            <a:r>
              <a:rPr lang="en-US" altLang="en-US" sz="1900"/>
              <a:t>осуществлении</a:t>
            </a:r>
            <a:r>
              <a:rPr lang="en-US" altLang="ru-RU" sz="1900"/>
              <a:t> </a:t>
            </a:r>
            <a:r>
              <a:rPr lang="en-US" altLang="en-US" sz="1900"/>
              <a:t>права</a:t>
            </a:r>
            <a:r>
              <a:rPr lang="en-US" altLang="ru-RU" sz="1900"/>
              <a:t> </a:t>
            </a:r>
            <a:r>
              <a:rPr lang="en-US" altLang="en-US" sz="1900"/>
              <a:t>на</a:t>
            </a:r>
            <a:r>
              <a:rPr lang="en-US" altLang="ru-RU" sz="1900"/>
              <a:t> </a:t>
            </a:r>
            <a:r>
              <a:rPr lang="en-US" altLang="en-US" sz="1900"/>
              <a:t>поиск</a:t>
            </a:r>
            <a:r>
              <a:rPr lang="en-US" altLang="ru-RU" sz="1900"/>
              <a:t>, </a:t>
            </a:r>
            <a:r>
              <a:rPr lang="en-US" altLang="en-US" sz="1900"/>
              <a:t>получение</a:t>
            </a:r>
            <a:r>
              <a:rPr lang="en-US" altLang="ru-RU" sz="1900"/>
              <a:t>, </a:t>
            </a:r>
            <a:r>
              <a:rPr lang="en-US" altLang="en-US" sz="1900"/>
              <a:t>передачу</a:t>
            </a:r>
            <a:r>
              <a:rPr lang="en-US" altLang="ru-RU" sz="1900"/>
              <a:t> </a:t>
            </a:r>
            <a:r>
              <a:rPr lang="en-US" altLang="en-US" sz="1900"/>
              <a:t>и</a:t>
            </a:r>
            <a:r>
              <a:rPr lang="en-US" altLang="ru-RU" sz="1900"/>
              <a:t> </a:t>
            </a:r>
            <a:r>
              <a:rPr lang="en-US" altLang="en-US" sz="1900"/>
              <a:t>производство</a:t>
            </a:r>
            <a:r>
              <a:rPr lang="en-US" altLang="ru-RU" sz="1900"/>
              <a:t> </a:t>
            </a:r>
            <a:r>
              <a:rPr lang="en-US" altLang="en-US" sz="1900"/>
              <a:t>информации</a:t>
            </a:r>
            <a:r>
              <a:rPr lang="en-US" altLang="ru-RU" sz="1900"/>
              <a:t>.</a:t>
            </a:r>
            <a:endParaRPr lang="en-US" altLang="ru-RU" sz="1900"/>
          </a:p>
          <a:p>
            <a:r>
              <a:rPr lang="ru-RU" altLang="en-US" sz="1900"/>
              <a:t>4. </a:t>
            </a:r>
            <a:r>
              <a:rPr lang="en-US" altLang="en-US" sz="1900"/>
              <a:t>Указ</a:t>
            </a:r>
            <a:r>
              <a:rPr lang="en-US" altLang="ru-RU" sz="1900"/>
              <a:t> </a:t>
            </a:r>
            <a:r>
              <a:rPr lang="en-US" altLang="en-US" sz="1900"/>
              <a:t>Президента</a:t>
            </a:r>
            <a:r>
              <a:rPr lang="en-US" altLang="ru-RU" sz="1900"/>
              <a:t> </a:t>
            </a:r>
            <a:r>
              <a:rPr lang="en-US" altLang="en-US" sz="1900"/>
              <a:t>РФ</a:t>
            </a:r>
            <a:r>
              <a:rPr lang="en-US" altLang="ru-RU" sz="1900"/>
              <a:t> </a:t>
            </a:r>
            <a:r>
              <a:rPr lang="en-US" altLang="en-US" sz="1900"/>
              <a:t>№</a:t>
            </a:r>
            <a:r>
              <a:rPr lang="en-US" altLang="ru-RU" sz="1900"/>
              <a:t> 400 (</a:t>
            </a:r>
            <a:r>
              <a:rPr lang="en-US" altLang="en-US" sz="1900"/>
              <a:t>Доктрина</a:t>
            </a:r>
            <a:r>
              <a:rPr lang="en-US" altLang="ru-RU" sz="1900"/>
              <a:t> </a:t>
            </a:r>
            <a:r>
              <a:rPr lang="en-US" altLang="en-US" sz="1900"/>
              <a:t>ИБ</a:t>
            </a:r>
            <a:r>
              <a:rPr lang="en-US" altLang="ru-RU" sz="1900"/>
              <a:t>, </a:t>
            </a:r>
            <a:r>
              <a:rPr lang="en-US" altLang="en-US" sz="1900"/>
              <a:t>полная</a:t>
            </a:r>
            <a:r>
              <a:rPr lang="en-US" altLang="ru-RU" sz="1900"/>
              <a:t> </a:t>
            </a:r>
            <a:r>
              <a:rPr lang="en-US" altLang="en-US" sz="1900"/>
              <a:t>версия</a:t>
            </a:r>
            <a:r>
              <a:rPr lang="en-US" altLang="ru-RU" sz="1900"/>
              <a:t>)</a:t>
            </a:r>
            <a:endParaRPr lang="en-US" altLang="ru-RU" sz="1900"/>
          </a:p>
          <a:p>
            <a:r>
              <a:rPr lang="en-US" altLang="ru-RU" sz="1900"/>
              <a:t>5. </a:t>
            </a:r>
            <a:r>
              <a:rPr lang="en-US" altLang="en-US" sz="1900"/>
              <a:t>Роскомнадзор</a:t>
            </a:r>
            <a:r>
              <a:rPr lang="en-US" altLang="ru-RU" sz="1900"/>
              <a:t> — </a:t>
            </a:r>
            <a:r>
              <a:rPr lang="en-US" altLang="en-US" sz="1900"/>
              <a:t>борьба</a:t>
            </a:r>
            <a:r>
              <a:rPr lang="en-US" altLang="ru-RU" sz="1900"/>
              <a:t> </a:t>
            </a:r>
            <a:r>
              <a:rPr lang="en-US" altLang="en-US" sz="1900"/>
              <a:t>с</a:t>
            </a:r>
            <a:r>
              <a:rPr lang="en-US" altLang="ru-RU" sz="1900"/>
              <a:t> </a:t>
            </a:r>
            <a:r>
              <a:rPr lang="en-US" altLang="en-US" sz="1900"/>
              <a:t>фейками</a:t>
            </a:r>
            <a:endParaRPr lang="en-US" altLang="en-US"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0"/>
            <a:ext cx="10515600" cy="1325563"/>
          </a:xfrm>
        </p:spPr>
        <p:txBody>
          <a:bodyPr/>
          <a:p>
            <a:r>
              <a:rPr lang="en-US" altLang="en-US"/>
              <a:t>Qr-</a:t>
            </a:r>
            <a:r>
              <a:rPr lang="ru-RU" altLang="en-US"/>
              <a:t>коды на источники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endParaRPr lang="ru-RU" altLang="en-US"/>
          </a:p>
          <a:p>
            <a:endParaRPr lang="ru-RU" altLang="en-US"/>
          </a:p>
          <a:p>
            <a:endParaRPr lang="ru-RU" altLang="en-US"/>
          </a:p>
          <a:p>
            <a:r>
              <a:rPr lang="en-US" altLang="ru-RU"/>
              <a:t> </a:t>
            </a:r>
            <a:r>
              <a:rPr lang="ru-RU" altLang="en-US"/>
              <a:t>       </a:t>
            </a:r>
            <a:endParaRPr lang="ru-RU" altLang="en-US"/>
          </a:p>
          <a:p>
            <a:r>
              <a:rPr lang="ru-RU" altLang="en-US"/>
              <a:t>              </a:t>
            </a:r>
            <a:r>
              <a:rPr lang="en-US" altLang="en-US"/>
              <a:t>Доктрина</a:t>
            </a:r>
            <a:r>
              <a:rPr lang="en-US" altLang="ru-RU"/>
              <a:t> </a:t>
            </a:r>
            <a:r>
              <a:rPr lang="en-US" altLang="en-US"/>
              <a:t>ИБ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ru-RU" altLang="en-US"/>
              <a:t>                                  </a:t>
            </a:r>
            <a:r>
              <a:rPr lang="en-US" altLang="en-US"/>
              <a:t>Уголовный</a:t>
            </a:r>
            <a:r>
              <a:rPr lang="en-US" altLang="ru-RU"/>
              <a:t> </a:t>
            </a:r>
            <a:r>
              <a:rPr lang="en-US" altLang="en-US"/>
              <a:t>кодекс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ru-RU" altLang="en-US"/>
              <a:t>		</a:t>
            </a:r>
            <a:r>
              <a:rPr lang="en-US" altLang="en-US"/>
              <a:t>ФЗ</a:t>
            </a:r>
            <a:r>
              <a:rPr lang="en-US" altLang="ru-RU"/>
              <a:t> </a:t>
            </a:r>
            <a:r>
              <a:rPr lang="en-US" altLang="en-US"/>
              <a:t>№</a:t>
            </a:r>
            <a:r>
              <a:rPr lang="en-US" altLang="ru-RU"/>
              <a:t>212 "</a:t>
            </a:r>
            <a:r>
              <a:rPr lang="en-US" altLang="en-US"/>
              <a:t>О</a:t>
            </a:r>
            <a:r>
              <a:rPr lang="en-US" altLang="ru-RU"/>
              <a:t> </a:t>
            </a:r>
            <a:r>
              <a:rPr lang="en-US" altLang="en-US"/>
              <a:t>фейках</a:t>
            </a:r>
            <a:r>
              <a:rPr lang="en-US" altLang="ru-RU"/>
              <a:t>"</a:t>
            </a:r>
            <a:endParaRPr lang="en-US" altLang="ru-RU"/>
          </a:p>
          <a:p>
            <a:endParaRPr lang="en-US" altLang="ru-RU"/>
          </a:p>
          <a:p>
            <a:endParaRPr lang="en-US" altLang="ru-RU"/>
          </a:p>
          <a:p>
            <a:endParaRPr lang="en-US" altLang="ru-RU"/>
          </a:p>
          <a:p>
            <a:endParaRPr lang="en-US" altLang="ru-RU"/>
          </a:p>
          <a:p>
            <a:r>
              <a:rPr lang="ru-RU" altLang="en-US"/>
              <a:t>  </a:t>
            </a:r>
            <a:endParaRPr lang="ru-RU" altLang="en-US"/>
          </a:p>
          <a:p>
            <a:endParaRPr lang="ru-RU" altLang="en-US"/>
          </a:p>
          <a:p>
            <a:pPr indent="457200"/>
            <a:r>
              <a:rPr lang="en-US" altLang="en-US"/>
              <a:t>ФЗ</a:t>
            </a:r>
            <a:r>
              <a:rPr lang="en-US" altLang="ru-RU"/>
              <a:t> </a:t>
            </a:r>
            <a:r>
              <a:rPr lang="en-US" altLang="en-US"/>
              <a:t>№</a:t>
            </a:r>
            <a:r>
              <a:rPr lang="en-US" altLang="ru-RU"/>
              <a:t>149 "</a:t>
            </a:r>
            <a:r>
              <a:rPr lang="en-US" altLang="en-US"/>
              <a:t>Об</a:t>
            </a:r>
            <a:r>
              <a:rPr lang="en-US" altLang="ru-RU"/>
              <a:t> </a:t>
            </a:r>
            <a:r>
              <a:rPr lang="en-US" altLang="en-US"/>
              <a:t>информации</a:t>
            </a:r>
            <a:r>
              <a:rPr lang="en-US" altLang="ru-RU"/>
              <a:t>"</a:t>
            </a:r>
            <a:r>
              <a:rPr lang="ru-RU" altLang="en-US"/>
              <a:t>    </a:t>
            </a:r>
            <a:r>
              <a:rPr lang="en-US" altLang="en-US"/>
              <a:t>Статья</a:t>
            </a:r>
            <a:r>
              <a:rPr lang="en-US" altLang="ru-RU"/>
              <a:t> 207.3 </a:t>
            </a:r>
            <a:r>
              <a:rPr lang="en-US" altLang="en-US"/>
              <a:t>УК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ru-RU" altLang="en-US"/>
              <a:t>       </a:t>
            </a:r>
            <a:r>
              <a:rPr lang="en-US" altLang="en-US"/>
              <a:t>Статья</a:t>
            </a:r>
            <a:r>
              <a:rPr lang="en-US" altLang="ru-RU"/>
              <a:t> 207.5 </a:t>
            </a:r>
            <a:r>
              <a:rPr lang="en-US" altLang="en-US"/>
              <a:t>УК</a:t>
            </a:r>
            <a:r>
              <a:rPr lang="en-US" altLang="ru-RU"/>
              <a:t> </a:t>
            </a:r>
            <a:r>
              <a:rPr lang="en-US" altLang="en-US"/>
              <a:t>РФ</a:t>
            </a:r>
            <a:r>
              <a:rPr lang="ru-RU" altLang="en-US"/>
              <a:t>               </a:t>
            </a:r>
            <a:r>
              <a:rPr lang="en-US" altLang="en-US"/>
              <a:t>Роскомнадзор</a:t>
            </a:r>
            <a:endParaRPr lang="en-US" altLang="en-US"/>
          </a:p>
        </p:txBody>
      </p:sp>
      <p:pic>
        <p:nvPicPr>
          <p:cNvPr id="5" name="Изображение 4" descr="qrcod_d8y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161415"/>
            <a:ext cx="2077085" cy="2077085"/>
          </a:xfrm>
          <a:prstGeom prst="rect">
            <a:avLst/>
          </a:prstGeom>
        </p:spPr>
      </p:pic>
      <p:pic>
        <p:nvPicPr>
          <p:cNvPr id="6" name="Изображение 5" descr="qrcod_d8y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385" y="1104900"/>
            <a:ext cx="2133600" cy="2133600"/>
          </a:xfrm>
          <a:prstGeom prst="rect">
            <a:avLst/>
          </a:prstGeom>
        </p:spPr>
      </p:pic>
      <p:pic>
        <p:nvPicPr>
          <p:cNvPr id="7" name="Изображение 6" descr="qrcod_d8y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935" y="3750945"/>
            <a:ext cx="2049145" cy="2049145"/>
          </a:xfrm>
          <a:prstGeom prst="rect">
            <a:avLst/>
          </a:prstGeom>
        </p:spPr>
      </p:pic>
      <p:pic>
        <p:nvPicPr>
          <p:cNvPr id="8" name="Изображение 7" descr="qrcod_d8yj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750945"/>
            <a:ext cx="2019300" cy="2019300"/>
          </a:xfrm>
          <a:prstGeom prst="rect">
            <a:avLst/>
          </a:prstGeom>
        </p:spPr>
      </p:pic>
      <p:pic>
        <p:nvPicPr>
          <p:cNvPr id="9" name="Изображение 8" descr="qrcod_d8z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4675" y="1104900"/>
            <a:ext cx="2149475" cy="2129790"/>
          </a:xfrm>
          <a:prstGeom prst="rect">
            <a:avLst/>
          </a:prstGeom>
        </p:spPr>
      </p:pic>
      <p:pic>
        <p:nvPicPr>
          <p:cNvPr id="10" name="Изображение 9" descr="qrcod_d8z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0790" y="3819525"/>
            <a:ext cx="1950720" cy="1950720"/>
          </a:xfrm>
          <a:prstGeom prst="rect">
            <a:avLst/>
          </a:prstGeom>
        </p:spPr>
      </p:pic>
      <p:pic>
        <p:nvPicPr>
          <p:cNvPr id="11" name="Изображение 10" descr="qrcod_d8z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9940" y="3819525"/>
            <a:ext cx="198120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 altLang="en-US"/>
          </a:p>
        </p:txBody>
      </p:sp>
      <p:sp>
        <p:nvSpPr>
          <p:cNvPr id="3" name="Замещающее содержимое 2"/>
          <p:cNvSpPr/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5" name="Изображение 4"/>
          <p:cNvPicPr/>
          <p:nvPr/>
        </p:nvPicPr>
        <p:blipFill>
          <a:blip r:embed="rId1"/>
          <a:stretch>
            <a:fillRect/>
          </a:stretch>
        </p:blipFill>
        <p:spPr>
          <a:xfrm>
            <a:off x="-190500" y="-185420"/>
            <a:ext cx="12382500" cy="7043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4194</Words>
  <Application>WPS Presentation</Application>
  <PresentationFormat>宽屏</PresentationFormat>
  <Paragraphs>104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ФактЧекер — система проверки достоверности новостей</vt:lpstr>
      <vt:lpstr>Проблема</vt:lpstr>
      <vt:lpstr>Актуальность для РФ</vt:lpstr>
      <vt:lpstr>Какие функции выболняет ФактЧекер</vt:lpstr>
      <vt:lpstr>Защита от злоупотреблений (токены)</vt:lpstr>
      <vt:lpstr>Регистрация и роли</vt:lpstr>
      <vt:lpstr>Как технически работает проверка</vt:lpstr>
      <vt:lpstr>Пример работы:</vt:lpstr>
      <vt:lpstr>Соответствие политике РФ в области ИБ</vt:lpstr>
      <vt:lpstr>Выводы</vt:lpstr>
      <vt:lpstr>Уголовная ответственность за недостоверную информацию</vt:lpstr>
      <vt:lpstr>Краткое описание какую информацию я брал</vt:lpstr>
      <vt:lpstr>Qr-коды на источники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UPGRADE</dc:creator>
  <cp:lastModifiedBy>UPGRADE</cp:lastModifiedBy>
  <cp:revision>12</cp:revision>
  <dcterms:created xsi:type="dcterms:W3CDTF">2025-07-23T00:59:00Z</dcterms:created>
  <dcterms:modified xsi:type="dcterms:W3CDTF">2026-04-15T14:39:44Z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EC3A04F9C8A249A18134F43FD2F900D2_13</vt:lpwstr>
  </property>
</Properties>
</file>